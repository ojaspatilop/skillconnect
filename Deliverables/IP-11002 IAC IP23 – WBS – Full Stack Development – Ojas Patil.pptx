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68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7317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63A78D-4C26-2C44-E0F5-26E4CA7BFDE7}" v="39" dt="2023-07-29T09:29:42.965"/>
  </p1510:revLst>
</p1510:revInfo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82"/>
    <p:restoredTop sz="92393" autoAdjust="0"/>
  </p:normalViewPr>
  <p:slideViewPr>
    <p:cSldViewPr snapToGrid="0" snapToObjects="1">
      <p:cViewPr varScale="1">
        <p:scale>
          <a:sx n="88" d="100"/>
          <a:sy n="8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2234AA-C860-3042-A562-30250E798F70}" type="doc">
      <dgm:prSet loTypeId="urn:microsoft.com/office/officeart/2005/8/layout/hierarchy1" loCatId="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GB"/>
        </a:p>
      </dgm:t>
    </dgm:pt>
    <dgm:pt modelId="{7835FD59-B514-0B47-B7B8-0983910456A6}">
      <dgm:prSet phldrT="[Text]" custT="1"/>
      <dgm:spPr/>
      <dgm:t>
        <a:bodyPr/>
        <a:lstStyle/>
        <a:p>
          <a:r>
            <a:rPr lang="en-GB" sz="1800" b="1" dirty="0"/>
            <a:t>Create an </a:t>
          </a:r>
        </a:p>
        <a:p>
          <a:r>
            <a:rPr lang="en-GB" sz="2400" b="1" dirty="0"/>
            <a:t>‘</a:t>
          </a:r>
          <a:r>
            <a:rPr lang="en-GB" sz="2400" b="1" dirty="0" err="1"/>
            <a:t>SkillConnect</a:t>
          </a:r>
          <a:r>
            <a:rPr lang="en-GB" sz="2400" b="1" dirty="0"/>
            <a:t>’ </a:t>
          </a:r>
        </a:p>
        <a:p>
          <a:r>
            <a:rPr lang="en-GB" sz="1800" b="1" dirty="0"/>
            <a:t>as per Industry Ways of Working</a:t>
          </a:r>
        </a:p>
      </dgm:t>
    </dgm:pt>
    <dgm:pt modelId="{4516BA82-0BF7-DC4A-BB7E-AEF87CBA9E8E}" type="parTrans" cxnId="{C34F24A0-102F-1444-A6DD-8C111F727E80}">
      <dgm:prSet/>
      <dgm:spPr/>
      <dgm:t>
        <a:bodyPr/>
        <a:lstStyle/>
        <a:p>
          <a:endParaRPr lang="en-GB" sz="2000"/>
        </a:p>
      </dgm:t>
    </dgm:pt>
    <dgm:pt modelId="{4931CA2C-7170-5840-AE86-F1E13D28BB9E}" type="sibTrans" cxnId="{C34F24A0-102F-1444-A6DD-8C111F727E80}">
      <dgm:prSet/>
      <dgm:spPr/>
      <dgm:t>
        <a:bodyPr/>
        <a:lstStyle/>
        <a:p>
          <a:endParaRPr lang="en-GB" sz="2000"/>
        </a:p>
      </dgm:t>
    </dgm:pt>
    <dgm:pt modelId="{DF86860E-2719-A64A-80FF-F56192895399}">
      <dgm:prSet phldrT="[Text]" custT="1"/>
      <dgm:spPr/>
      <dgm:t>
        <a:bodyPr/>
        <a:lstStyle/>
        <a:p>
          <a:r>
            <a:rPr lang="en-GB" sz="1200" b="1" dirty="0"/>
            <a:t>INITIATION</a:t>
          </a:r>
        </a:p>
      </dgm:t>
    </dgm:pt>
    <dgm:pt modelId="{19D8E85A-EF28-1042-9B35-665A12874640}" type="parTrans" cxnId="{C078943E-F1F8-A940-8FE7-422BEFF8FD8B}">
      <dgm:prSet/>
      <dgm:spPr/>
      <dgm:t>
        <a:bodyPr/>
        <a:lstStyle/>
        <a:p>
          <a:endParaRPr lang="en-GB" sz="2000"/>
        </a:p>
      </dgm:t>
    </dgm:pt>
    <dgm:pt modelId="{8C78E4B8-8A53-064A-8DEF-85538FBF9661}" type="sibTrans" cxnId="{C078943E-F1F8-A940-8FE7-422BEFF8FD8B}">
      <dgm:prSet/>
      <dgm:spPr/>
      <dgm:t>
        <a:bodyPr/>
        <a:lstStyle/>
        <a:p>
          <a:endParaRPr lang="en-GB" sz="2000"/>
        </a:p>
      </dgm:t>
    </dgm:pt>
    <dgm:pt modelId="{6F990348-5120-7140-980E-D1A49D03543A}">
      <dgm:prSet phldrT="[Text]" custT="1"/>
      <dgm:spPr/>
      <dgm:t>
        <a:bodyPr/>
        <a:lstStyle/>
        <a:p>
          <a:r>
            <a:rPr lang="en-IN" sz="1200" b="0" i="0" dirty="0"/>
            <a:t>Develop Project Charter</a:t>
          </a:r>
          <a:endParaRPr lang="en-GB" sz="1200" dirty="0"/>
        </a:p>
      </dgm:t>
    </dgm:pt>
    <dgm:pt modelId="{D11E7EEC-A2DD-6148-AD59-6CD83C19C84D}" type="parTrans" cxnId="{F1AE3A58-4F85-4E45-89BC-DD815E209B19}">
      <dgm:prSet/>
      <dgm:spPr/>
      <dgm:t>
        <a:bodyPr/>
        <a:lstStyle/>
        <a:p>
          <a:endParaRPr lang="en-GB" sz="2000"/>
        </a:p>
      </dgm:t>
    </dgm:pt>
    <dgm:pt modelId="{0052B031-3B0D-B94E-9A5F-DB1C9D4170CB}" type="sibTrans" cxnId="{F1AE3A58-4F85-4E45-89BC-DD815E209B19}">
      <dgm:prSet/>
      <dgm:spPr/>
      <dgm:t>
        <a:bodyPr/>
        <a:lstStyle/>
        <a:p>
          <a:endParaRPr lang="en-GB" sz="2000"/>
        </a:p>
      </dgm:t>
    </dgm:pt>
    <dgm:pt modelId="{29AD3176-2D40-CF49-A544-12BEE310D254}">
      <dgm:prSet phldrT="[Text]" custT="1"/>
      <dgm:spPr/>
      <dgm:t>
        <a:bodyPr/>
        <a:lstStyle/>
        <a:p>
          <a:r>
            <a:rPr lang="en-IN" sz="1200" b="0" i="0" dirty="0"/>
            <a:t>Identify Stakeholders</a:t>
          </a:r>
          <a:endParaRPr lang="en-GB" sz="1200" dirty="0"/>
        </a:p>
      </dgm:t>
    </dgm:pt>
    <dgm:pt modelId="{0E737143-6448-C24B-BA8B-38BA7568F52E}" type="parTrans" cxnId="{5EB73D5C-AB9E-914E-9018-B0022C76F8F0}">
      <dgm:prSet/>
      <dgm:spPr/>
      <dgm:t>
        <a:bodyPr/>
        <a:lstStyle/>
        <a:p>
          <a:endParaRPr lang="en-GB" sz="2000"/>
        </a:p>
      </dgm:t>
    </dgm:pt>
    <dgm:pt modelId="{A987261C-62B1-B54A-BCDB-337C0AD98785}" type="sibTrans" cxnId="{5EB73D5C-AB9E-914E-9018-B0022C76F8F0}">
      <dgm:prSet/>
      <dgm:spPr/>
      <dgm:t>
        <a:bodyPr/>
        <a:lstStyle/>
        <a:p>
          <a:endParaRPr lang="en-GB" sz="2000"/>
        </a:p>
      </dgm:t>
    </dgm:pt>
    <dgm:pt modelId="{03B89768-B859-2E49-8534-20D1EFA29B3B}">
      <dgm:prSet phldrT="[Text]" custT="1"/>
      <dgm:spPr/>
      <dgm:t>
        <a:bodyPr/>
        <a:lstStyle/>
        <a:p>
          <a:r>
            <a:rPr lang="en-GB" sz="1200" b="1" dirty="0"/>
            <a:t>PLANNING</a:t>
          </a:r>
        </a:p>
      </dgm:t>
    </dgm:pt>
    <dgm:pt modelId="{C40EC512-88AF-B24D-AAB3-3E9A66643198}" type="parTrans" cxnId="{837E4720-EC3E-BC4F-B158-BC98950BD860}">
      <dgm:prSet/>
      <dgm:spPr/>
      <dgm:t>
        <a:bodyPr/>
        <a:lstStyle/>
        <a:p>
          <a:endParaRPr lang="en-GB" sz="2000"/>
        </a:p>
      </dgm:t>
    </dgm:pt>
    <dgm:pt modelId="{41368ECB-0374-1C4E-8ABF-D4FA251186D7}" type="sibTrans" cxnId="{837E4720-EC3E-BC4F-B158-BC98950BD860}">
      <dgm:prSet/>
      <dgm:spPr/>
      <dgm:t>
        <a:bodyPr/>
        <a:lstStyle/>
        <a:p>
          <a:endParaRPr lang="en-GB" sz="2000"/>
        </a:p>
      </dgm:t>
    </dgm:pt>
    <dgm:pt modelId="{50A67927-BA02-734A-A0AE-86F97EFE870C}">
      <dgm:prSet phldrT="[Text]" custT="1"/>
      <dgm:spPr/>
      <dgm:t>
        <a:bodyPr/>
        <a:lstStyle/>
        <a:p>
          <a:r>
            <a:rPr lang="en-IN" sz="1200" b="0" i="0" dirty="0"/>
            <a:t>Requirement Gathering</a:t>
          </a:r>
          <a:endParaRPr lang="en-GB" sz="1200" dirty="0"/>
        </a:p>
      </dgm:t>
    </dgm:pt>
    <dgm:pt modelId="{570711A2-0F15-1E4E-84E9-5DECF631ACE9}" type="parTrans" cxnId="{6985565A-DDFA-3848-A7C7-84AD47110BDC}">
      <dgm:prSet/>
      <dgm:spPr/>
      <dgm:t>
        <a:bodyPr/>
        <a:lstStyle/>
        <a:p>
          <a:endParaRPr lang="en-GB" sz="2000"/>
        </a:p>
      </dgm:t>
    </dgm:pt>
    <dgm:pt modelId="{70E373C1-C499-4F4D-A411-9466517DB83A}" type="sibTrans" cxnId="{6985565A-DDFA-3848-A7C7-84AD47110BDC}">
      <dgm:prSet/>
      <dgm:spPr/>
      <dgm:t>
        <a:bodyPr/>
        <a:lstStyle/>
        <a:p>
          <a:endParaRPr lang="en-GB" sz="2000"/>
        </a:p>
      </dgm:t>
    </dgm:pt>
    <dgm:pt modelId="{98D6B55B-33A1-654B-9A07-4017B4BCBC3D}">
      <dgm:prSet phldrT="[Text]" custT="1"/>
      <dgm:spPr/>
      <dgm:t>
        <a:bodyPr/>
        <a:lstStyle/>
        <a:p>
          <a:r>
            <a:rPr lang="en-IN" sz="1200" b="0" i="0" dirty="0"/>
            <a:t>Implementation Planning</a:t>
          </a:r>
          <a:endParaRPr lang="en-GB" sz="1200" dirty="0"/>
        </a:p>
      </dgm:t>
    </dgm:pt>
    <dgm:pt modelId="{4B0E92FA-F37D-7E40-AB74-0DA56805BAE7}" type="parTrans" cxnId="{E90EE15E-D4A6-EA43-9388-1DB3442F283A}">
      <dgm:prSet/>
      <dgm:spPr/>
      <dgm:t>
        <a:bodyPr/>
        <a:lstStyle/>
        <a:p>
          <a:endParaRPr lang="en-GB" sz="2000"/>
        </a:p>
      </dgm:t>
    </dgm:pt>
    <dgm:pt modelId="{8A8A4344-3BE8-B549-90FE-FD6EAECB4AE4}" type="sibTrans" cxnId="{E90EE15E-D4A6-EA43-9388-1DB3442F283A}">
      <dgm:prSet/>
      <dgm:spPr/>
      <dgm:t>
        <a:bodyPr/>
        <a:lstStyle/>
        <a:p>
          <a:endParaRPr lang="en-GB" sz="2000"/>
        </a:p>
      </dgm:t>
    </dgm:pt>
    <dgm:pt modelId="{7634EBF5-E466-1B4A-B6D3-3F4B45B7606D}">
      <dgm:prSet phldrT="[Text]" custT="1"/>
      <dgm:spPr/>
      <dgm:t>
        <a:bodyPr/>
        <a:lstStyle/>
        <a:p>
          <a:r>
            <a:rPr lang="en-IN" sz="1200" b="0" i="0" dirty="0"/>
            <a:t>Schedule &amp; Resource Planning</a:t>
          </a:r>
          <a:endParaRPr lang="en-GB" sz="1200" dirty="0"/>
        </a:p>
      </dgm:t>
    </dgm:pt>
    <dgm:pt modelId="{95F71EBD-EC94-9D42-BB0E-C52845D7632F}" type="parTrans" cxnId="{F76612AE-9797-CF42-8E31-DAC7AE8D065F}">
      <dgm:prSet/>
      <dgm:spPr/>
      <dgm:t>
        <a:bodyPr/>
        <a:lstStyle/>
        <a:p>
          <a:endParaRPr lang="en-GB" sz="2000"/>
        </a:p>
      </dgm:t>
    </dgm:pt>
    <dgm:pt modelId="{A576ACF3-5629-494C-825D-3E4D1ED5B6F7}" type="sibTrans" cxnId="{F76612AE-9797-CF42-8E31-DAC7AE8D065F}">
      <dgm:prSet/>
      <dgm:spPr/>
      <dgm:t>
        <a:bodyPr/>
        <a:lstStyle/>
        <a:p>
          <a:endParaRPr lang="en-GB" sz="2000"/>
        </a:p>
      </dgm:t>
    </dgm:pt>
    <dgm:pt modelId="{1BC165AB-B879-6E45-BE42-9DB85E468E5E}">
      <dgm:prSet phldrT="[Text]" custT="1"/>
      <dgm:spPr/>
      <dgm:t>
        <a:bodyPr/>
        <a:lstStyle/>
        <a:p>
          <a:r>
            <a:rPr lang="en-GB" sz="1200" b="1" dirty="0"/>
            <a:t>EXECUTION &amp; MONITORING</a:t>
          </a:r>
        </a:p>
      </dgm:t>
    </dgm:pt>
    <dgm:pt modelId="{DB346DC5-5247-BD41-9BBB-38F381C6763A}" type="parTrans" cxnId="{EA03CA31-7DF4-F64E-86BC-EF7C196FB755}">
      <dgm:prSet/>
      <dgm:spPr/>
      <dgm:t>
        <a:bodyPr/>
        <a:lstStyle/>
        <a:p>
          <a:endParaRPr lang="en-GB" sz="2000"/>
        </a:p>
      </dgm:t>
    </dgm:pt>
    <dgm:pt modelId="{4CF60A0D-4DA2-C649-B224-FED974309E30}" type="sibTrans" cxnId="{EA03CA31-7DF4-F64E-86BC-EF7C196FB755}">
      <dgm:prSet/>
      <dgm:spPr/>
      <dgm:t>
        <a:bodyPr/>
        <a:lstStyle/>
        <a:p>
          <a:endParaRPr lang="en-GB" sz="2000"/>
        </a:p>
      </dgm:t>
    </dgm:pt>
    <dgm:pt modelId="{364C3A0C-E45B-3E48-9CE5-9EB4D5E291A3}">
      <dgm:prSet phldrT="[Text]" custT="1"/>
      <dgm:spPr/>
      <dgm:t>
        <a:bodyPr/>
        <a:lstStyle/>
        <a:p>
          <a:r>
            <a:rPr lang="en-GB" sz="1200" b="1" dirty="0"/>
            <a:t>CLOSURE</a:t>
          </a:r>
        </a:p>
      </dgm:t>
    </dgm:pt>
    <dgm:pt modelId="{11A7F51E-264B-AE48-B5DB-DBB3BAC5164B}" type="parTrans" cxnId="{0D5AA30D-CA71-9A44-B08F-E9CA720D8700}">
      <dgm:prSet/>
      <dgm:spPr/>
      <dgm:t>
        <a:bodyPr/>
        <a:lstStyle/>
        <a:p>
          <a:endParaRPr lang="en-GB" sz="2000"/>
        </a:p>
      </dgm:t>
    </dgm:pt>
    <dgm:pt modelId="{D22C77A0-634A-E847-ACBE-C8CABEE39F57}" type="sibTrans" cxnId="{0D5AA30D-CA71-9A44-B08F-E9CA720D8700}">
      <dgm:prSet/>
      <dgm:spPr/>
      <dgm:t>
        <a:bodyPr/>
        <a:lstStyle/>
        <a:p>
          <a:endParaRPr lang="en-GB" sz="2000"/>
        </a:p>
      </dgm:t>
    </dgm:pt>
    <dgm:pt modelId="{089FD83E-6928-1E43-95D3-124D5441D173}">
      <dgm:prSet phldrT="[Text]" custT="1"/>
      <dgm:spPr/>
      <dgm:t>
        <a:bodyPr/>
        <a:lstStyle/>
        <a:p>
          <a:r>
            <a:rPr lang="en-GB" sz="1200" dirty="0"/>
            <a:t>Lessons Learnt, Project Report, Final Presentation</a:t>
          </a:r>
        </a:p>
      </dgm:t>
    </dgm:pt>
    <dgm:pt modelId="{C048921F-4EB1-284C-AA0A-60D6AD5FBA44}" type="parTrans" cxnId="{A9595C70-9FCD-4C44-9CFA-6896FF1A1FE9}">
      <dgm:prSet/>
      <dgm:spPr/>
      <dgm:t>
        <a:bodyPr/>
        <a:lstStyle/>
        <a:p>
          <a:endParaRPr lang="en-GB" sz="2000"/>
        </a:p>
      </dgm:t>
    </dgm:pt>
    <dgm:pt modelId="{F1E9B66D-779F-044F-A36C-5A89712C4696}" type="sibTrans" cxnId="{A9595C70-9FCD-4C44-9CFA-6896FF1A1FE9}">
      <dgm:prSet/>
      <dgm:spPr/>
      <dgm:t>
        <a:bodyPr/>
        <a:lstStyle/>
        <a:p>
          <a:endParaRPr lang="en-GB" sz="2000"/>
        </a:p>
      </dgm:t>
    </dgm:pt>
    <dgm:pt modelId="{8A7E9A38-0069-E54C-9C7F-E9C55CA7C411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Design</a:t>
          </a:r>
        </a:p>
      </dgm:t>
    </dgm:pt>
    <dgm:pt modelId="{0A42203B-26C8-F140-A21C-18A332E5B981}" type="parTrans" cxnId="{313F0C67-CF03-C042-A6DB-182AEB0BF87B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6AA96301-8764-0345-8DBD-97A6A149FAC5}" type="sibTrans" cxnId="{313F0C67-CF03-C042-A6DB-182AEB0BF87B}">
      <dgm:prSet/>
      <dgm:spPr/>
      <dgm:t>
        <a:bodyPr/>
        <a:lstStyle/>
        <a:p>
          <a:endParaRPr lang="en-GB" sz="2000"/>
        </a:p>
      </dgm:t>
    </dgm:pt>
    <dgm:pt modelId="{7A85E6ED-B8E9-284E-8BEF-F3C0C778F5C0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Develop</a:t>
          </a:r>
        </a:p>
      </dgm:t>
    </dgm:pt>
    <dgm:pt modelId="{86FF38A3-C483-214F-985A-8D30B54EDF81}" type="parTrans" cxnId="{E786262D-A736-4248-892C-69B415ED5604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45CF6AD3-13F7-C848-B1F5-16FDBE29A998}" type="sibTrans" cxnId="{E786262D-A736-4248-892C-69B415ED5604}">
      <dgm:prSet/>
      <dgm:spPr/>
      <dgm:t>
        <a:bodyPr/>
        <a:lstStyle/>
        <a:p>
          <a:endParaRPr lang="en-GB" sz="2000"/>
        </a:p>
      </dgm:t>
    </dgm:pt>
    <dgm:pt modelId="{3E0002A5-03D5-114A-9781-6C090D0BE78D}">
      <dgm:prSet phldrT="[Text]" custT="1"/>
      <dgm:spPr>
        <a:ln>
          <a:solidFill>
            <a:schemeClr val="accent6"/>
          </a:solidFill>
        </a:ln>
      </dgm:spPr>
      <dgm:t>
        <a:bodyPr/>
        <a:lstStyle/>
        <a:p>
          <a:r>
            <a:rPr lang="en-GB" sz="1200" dirty="0"/>
            <a:t>Test</a:t>
          </a:r>
        </a:p>
      </dgm:t>
    </dgm:pt>
    <dgm:pt modelId="{F16FF941-90DF-5F41-878C-0883EADCDDD3}" type="parTrans" cxnId="{65C77914-C3BD-CC48-B55D-55BE1013A579}">
      <dgm:prSet/>
      <dgm:spPr>
        <a:ln>
          <a:solidFill>
            <a:schemeClr val="accent6"/>
          </a:solidFill>
        </a:ln>
      </dgm:spPr>
      <dgm:t>
        <a:bodyPr/>
        <a:lstStyle/>
        <a:p>
          <a:endParaRPr lang="en-GB" sz="2000"/>
        </a:p>
      </dgm:t>
    </dgm:pt>
    <dgm:pt modelId="{EF95B67C-7088-4D4F-B98D-504BD6CF5E06}" type="sibTrans" cxnId="{65C77914-C3BD-CC48-B55D-55BE1013A579}">
      <dgm:prSet/>
      <dgm:spPr/>
      <dgm:t>
        <a:bodyPr/>
        <a:lstStyle/>
        <a:p>
          <a:endParaRPr lang="en-GB" sz="2000"/>
        </a:p>
      </dgm:t>
    </dgm:pt>
    <dgm:pt modelId="{5ED8EFDF-8956-064A-9DFB-DCCA28CF5849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IN" sz="1200" b="0" i="0" dirty="0"/>
            <a:t>System Architecture</a:t>
          </a:r>
          <a:endParaRPr lang="en-GB" sz="1200" dirty="0"/>
        </a:p>
      </dgm:t>
    </dgm:pt>
    <dgm:pt modelId="{CDA5780B-21C9-BC4E-83B6-3CDECF37478F}" type="parTrans" cxnId="{E1AD37AF-C5B6-AD41-AFD3-00738B1A7A52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C064E7FB-F77B-8B43-B893-C50FB7B07648}" type="sibTrans" cxnId="{E1AD37AF-C5B6-AD41-AFD3-00738B1A7A52}">
      <dgm:prSet/>
      <dgm:spPr/>
      <dgm:t>
        <a:bodyPr/>
        <a:lstStyle/>
        <a:p>
          <a:endParaRPr lang="en-GB" sz="2000"/>
        </a:p>
      </dgm:t>
    </dgm:pt>
    <dgm:pt modelId="{9D68368C-33AA-1644-80E4-398208A2C6F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Code</a:t>
          </a:r>
        </a:p>
      </dgm:t>
    </dgm:pt>
    <dgm:pt modelId="{233303ED-F262-ED4B-9232-A7532CC4AECE}" type="parTrans" cxnId="{4BDA6B09-5160-9E45-8B87-B39B4C7AEB30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56363D6-F4EB-B243-ACB9-ABC2AB783F36}" type="sibTrans" cxnId="{4BDA6B09-5160-9E45-8B87-B39B4C7AEB30}">
      <dgm:prSet/>
      <dgm:spPr/>
      <dgm:t>
        <a:bodyPr/>
        <a:lstStyle/>
        <a:p>
          <a:endParaRPr lang="en-GB" sz="2000"/>
        </a:p>
      </dgm:t>
    </dgm:pt>
    <dgm:pt modelId="{C0B1B4C2-CF26-6245-98C7-F52857ED528A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IN" sz="1200" b="0" i="0" dirty="0"/>
            <a:t>UI/UX Design</a:t>
          </a:r>
          <a:endParaRPr lang="en-GB" sz="1200" dirty="0"/>
        </a:p>
      </dgm:t>
    </dgm:pt>
    <dgm:pt modelId="{E752A000-5711-0F4B-8B5D-326221EFD2A1}" type="parTrans" cxnId="{AAA5E7CC-0150-7F4F-AD6A-CD866A76095F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6C9CC4B-45E2-4441-8487-3F32F41D4709}" type="sibTrans" cxnId="{AAA5E7CC-0150-7F4F-AD6A-CD866A76095F}">
      <dgm:prSet/>
      <dgm:spPr/>
      <dgm:t>
        <a:bodyPr/>
        <a:lstStyle/>
        <a:p>
          <a:endParaRPr lang="en-GB" sz="2000"/>
        </a:p>
      </dgm:t>
    </dgm:pt>
    <dgm:pt modelId="{D68BBA40-1F9F-C24D-BB19-710FF1013F30}">
      <dgm:prSet phldrT="[Text]" custT="1"/>
      <dgm:spPr>
        <a:ln>
          <a:solidFill>
            <a:schemeClr val="accent5"/>
          </a:solidFill>
        </a:ln>
      </dgm:spPr>
      <dgm:t>
        <a:bodyPr/>
        <a:lstStyle/>
        <a:p>
          <a:r>
            <a:rPr lang="en-GB" sz="1200" dirty="0"/>
            <a:t>Unit &amp; Integration Testing</a:t>
          </a:r>
        </a:p>
      </dgm:t>
    </dgm:pt>
    <dgm:pt modelId="{3A23F63D-F775-FA45-9A86-1830CB0473EB}" type="parTrans" cxnId="{D434A255-30C1-4547-9541-EB558C4DA917}">
      <dgm:prSet/>
      <dgm:spPr>
        <a:ln>
          <a:solidFill>
            <a:schemeClr val="accent5"/>
          </a:solidFill>
        </a:ln>
      </dgm:spPr>
      <dgm:t>
        <a:bodyPr/>
        <a:lstStyle/>
        <a:p>
          <a:endParaRPr lang="en-GB" sz="2000"/>
        </a:p>
      </dgm:t>
    </dgm:pt>
    <dgm:pt modelId="{7FA377DC-A82F-9545-B35F-D135EC13740C}" type="sibTrans" cxnId="{D434A255-30C1-4547-9541-EB558C4DA917}">
      <dgm:prSet/>
      <dgm:spPr/>
      <dgm:t>
        <a:bodyPr/>
        <a:lstStyle/>
        <a:p>
          <a:endParaRPr lang="en-GB" sz="2000"/>
        </a:p>
      </dgm:t>
    </dgm:pt>
    <dgm:pt modelId="{2E5B166C-9F1A-1A40-BE57-97EA2A4F71E6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IN" sz="1200" b="0" i="0" dirty="0"/>
            <a:t>Authentication Module</a:t>
          </a:r>
          <a:endParaRPr lang="en-GB" sz="1200" dirty="0"/>
        </a:p>
      </dgm:t>
    </dgm:pt>
    <dgm:pt modelId="{3C4B69D1-D6CE-7142-B782-AC33E8916659}" type="parTrans" cxnId="{B7123702-C4A0-1F47-95DA-DEE6D88184FD}">
      <dgm:prSet/>
      <dgm:spPr/>
      <dgm:t>
        <a:bodyPr/>
        <a:lstStyle/>
        <a:p>
          <a:endParaRPr lang="en-GB"/>
        </a:p>
      </dgm:t>
    </dgm:pt>
    <dgm:pt modelId="{2CF3B4AA-7C11-2546-98DE-F3AAC32AAF14}" type="sibTrans" cxnId="{B7123702-C4A0-1F47-95DA-DEE6D88184FD}">
      <dgm:prSet/>
      <dgm:spPr/>
      <dgm:t>
        <a:bodyPr/>
        <a:lstStyle/>
        <a:p>
          <a:endParaRPr lang="en-GB"/>
        </a:p>
      </dgm:t>
    </dgm:pt>
    <dgm:pt modelId="{168E6C2B-590B-9741-AD46-A772950FDC0B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IN" sz="1200" b="0" i="0" dirty="0"/>
            <a:t>User Profile Module</a:t>
          </a:r>
          <a:endParaRPr lang="en-GB" sz="1200" dirty="0"/>
        </a:p>
      </dgm:t>
    </dgm:pt>
    <dgm:pt modelId="{6E9D28A9-0202-6B41-9DE6-9B3EADC17B28}" type="parTrans" cxnId="{30EEB2E9-F053-4943-AE18-FF55FCA6725D}">
      <dgm:prSet/>
      <dgm:spPr/>
      <dgm:t>
        <a:bodyPr/>
        <a:lstStyle/>
        <a:p>
          <a:endParaRPr lang="en-GB"/>
        </a:p>
      </dgm:t>
    </dgm:pt>
    <dgm:pt modelId="{53626C34-1CEF-B346-B7F0-3DD53269C5B6}" type="sibTrans" cxnId="{30EEB2E9-F053-4943-AE18-FF55FCA6725D}">
      <dgm:prSet/>
      <dgm:spPr/>
      <dgm:t>
        <a:bodyPr/>
        <a:lstStyle/>
        <a:p>
          <a:endParaRPr lang="en-GB"/>
        </a:p>
      </dgm:t>
    </dgm:pt>
    <dgm:pt modelId="{5F667AE8-046B-E44C-AE01-855B5A32DC04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IN" sz="1200" b="0" i="0" dirty="0"/>
            <a:t>Professional Feed</a:t>
          </a:r>
          <a:endParaRPr lang="en-GB" sz="1200" dirty="0"/>
        </a:p>
      </dgm:t>
    </dgm:pt>
    <dgm:pt modelId="{D029E1B0-002C-1E4F-B8C4-E8D784F7075D}" type="parTrans" cxnId="{6547F771-C6A6-9944-81CB-E2324B811C3D}">
      <dgm:prSet/>
      <dgm:spPr/>
      <dgm:t>
        <a:bodyPr/>
        <a:lstStyle/>
        <a:p>
          <a:endParaRPr lang="en-GB"/>
        </a:p>
      </dgm:t>
    </dgm:pt>
    <dgm:pt modelId="{9BEB67CC-BC5C-9145-902E-B2D41574C4D9}" type="sibTrans" cxnId="{6547F771-C6A6-9944-81CB-E2324B811C3D}">
      <dgm:prSet/>
      <dgm:spPr/>
      <dgm:t>
        <a:bodyPr/>
        <a:lstStyle/>
        <a:p>
          <a:endParaRPr lang="en-GB"/>
        </a:p>
      </dgm:t>
    </dgm:pt>
    <dgm:pt modelId="{8914F4E6-8F5A-A647-9AC4-5F23D5F3067F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IN" sz="1200" b="0" i="0" dirty="0"/>
            <a:t>Networking Module</a:t>
          </a:r>
          <a:endParaRPr lang="en-GB" sz="1200" dirty="0"/>
        </a:p>
      </dgm:t>
    </dgm:pt>
    <dgm:pt modelId="{B404269D-E280-B244-8985-C3EF359E4401}" type="parTrans" cxnId="{3735EE4F-36E3-D844-8F91-FF5D1466090B}">
      <dgm:prSet/>
      <dgm:spPr/>
      <dgm:t>
        <a:bodyPr/>
        <a:lstStyle/>
        <a:p>
          <a:endParaRPr lang="en-GB"/>
        </a:p>
      </dgm:t>
    </dgm:pt>
    <dgm:pt modelId="{5A42FEFD-13B1-4A48-A554-3AA146C7304E}" type="sibTrans" cxnId="{3735EE4F-36E3-D844-8F91-FF5D1466090B}">
      <dgm:prSet/>
      <dgm:spPr/>
      <dgm:t>
        <a:bodyPr/>
        <a:lstStyle/>
        <a:p>
          <a:endParaRPr lang="en-GB"/>
        </a:p>
      </dgm:t>
    </dgm:pt>
    <dgm:pt modelId="{D333C4C1-0537-FB48-B774-A687ACA99157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IN" sz="1200" b="0" i="0" dirty="0"/>
            <a:t>Design Database Schema (MongoDB)</a:t>
          </a:r>
          <a:endParaRPr lang="en-GB" sz="1200" dirty="0"/>
        </a:p>
      </dgm:t>
    </dgm:pt>
    <dgm:pt modelId="{2C280079-523E-834B-ACAF-1472D33814CB}" type="parTrans" cxnId="{DF29D645-36D8-004D-9280-9906FCD0AF3A}">
      <dgm:prSet/>
      <dgm:spPr/>
      <dgm:t>
        <a:bodyPr/>
        <a:lstStyle/>
        <a:p>
          <a:endParaRPr lang="en-GB"/>
        </a:p>
      </dgm:t>
    </dgm:pt>
    <dgm:pt modelId="{92B2FDE5-1BD3-A54F-BEFD-54C746AA0243}" type="sibTrans" cxnId="{DF29D645-36D8-004D-9280-9906FCD0AF3A}">
      <dgm:prSet/>
      <dgm:spPr/>
      <dgm:t>
        <a:bodyPr/>
        <a:lstStyle/>
        <a:p>
          <a:endParaRPr lang="en-GB"/>
        </a:p>
      </dgm:t>
    </dgm:pt>
    <dgm:pt modelId="{DE5678F3-E484-B34C-A03A-1F29B4C5702D}">
      <dgm:prSet phldrT="[Text]" custT="1"/>
      <dgm:spPr>
        <a:ln>
          <a:solidFill>
            <a:schemeClr val="accent1"/>
          </a:solidFill>
        </a:ln>
      </dgm:spPr>
      <dgm:t>
        <a:bodyPr/>
        <a:lstStyle/>
        <a:p>
          <a:r>
            <a:rPr lang="en-IN" sz="1200" b="0" i="0" dirty="0"/>
            <a:t>Define API Endpoints</a:t>
          </a:r>
          <a:endParaRPr lang="en-GB" sz="1200" dirty="0"/>
        </a:p>
      </dgm:t>
    </dgm:pt>
    <dgm:pt modelId="{13C05AA9-C29E-A441-BA1E-FA81DA491826}" type="parTrans" cxnId="{910770D5-D90C-694A-BF6D-8937E89BE97A}">
      <dgm:prSet/>
      <dgm:spPr/>
      <dgm:t>
        <a:bodyPr/>
        <a:lstStyle/>
        <a:p>
          <a:endParaRPr lang="en-GB"/>
        </a:p>
      </dgm:t>
    </dgm:pt>
    <dgm:pt modelId="{CAF9D787-BDB1-684A-A334-6F129690EA88}" type="sibTrans" cxnId="{910770D5-D90C-694A-BF6D-8937E89BE97A}">
      <dgm:prSet/>
      <dgm:spPr/>
      <dgm:t>
        <a:bodyPr/>
        <a:lstStyle/>
        <a:p>
          <a:endParaRPr lang="en-GB"/>
        </a:p>
      </dgm:t>
    </dgm:pt>
    <dgm:pt modelId="{65D04C8E-C92A-49F5-A56E-005FF687888E}">
      <dgm:prSet/>
      <dgm:spPr/>
      <dgm:t>
        <a:bodyPr/>
        <a:lstStyle/>
        <a:p>
          <a:pPr>
            <a:buNone/>
          </a:pPr>
          <a:r>
            <a:rPr lang="en-IN" b="0" i="0" dirty="0" err="1"/>
            <a:t>Analyze</a:t>
          </a:r>
          <a:r>
            <a:rPr lang="en-IN" b="0" i="0" dirty="0"/>
            <a:t> User Requirements</a:t>
          </a:r>
          <a:endParaRPr lang="en-IN" dirty="0"/>
        </a:p>
      </dgm:t>
    </dgm:pt>
    <dgm:pt modelId="{0C6C7DEC-BC80-41E4-918B-9015EEF82DC6}" type="parTrans" cxnId="{428EEBC7-7AE4-4C9E-8E58-18DBE0A85099}">
      <dgm:prSet/>
      <dgm:spPr/>
      <dgm:t>
        <a:bodyPr/>
        <a:lstStyle/>
        <a:p>
          <a:endParaRPr lang="en-IN"/>
        </a:p>
      </dgm:t>
    </dgm:pt>
    <dgm:pt modelId="{433CE86F-34D1-42CB-8767-5E08AD39B9F8}" type="sibTrans" cxnId="{428EEBC7-7AE4-4C9E-8E58-18DBE0A85099}">
      <dgm:prSet/>
      <dgm:spPr/>
      <dgm:t>
        <a:bodyPr/>
        <a:lstStyle/>
        <a:p>
          <a:endParaRPr lang="en-IN"/>
        </a:p>
      </dgm:t>
    </dgm:pt>
    <dgm:pt modelId="{532D3670-D033-4AEA-A1CE-C449E4034A86}">
      <dgm:prSet/>
      <dgm:spPr/>
      <dgm:t>
        <a:bodyPr/>
        <a:lstStyle/>
        <a:p>
          <a:pPr>
            <a:buNone/>
          </a:pPr>
          <a:r>
            <a:rPr lang="en-IN" b="0" i="0" dirty="0"/>
            <a:t>Create SRS Document</a:t>
          </a:r>
          <a:endParaRPr lang="en-IN" dirty="0"/>
        </a:p>
      </dgm:t>
    </dgm:pt>
    <dgm:pt modelId="{E1F35F00-712A-4191-AE0B-840778E35E06}" type="parTrans" cxnId="{366F382E-4F33-49E6-80D9-2D938811A74A}">
      <dgm:prSet/>
      <dgm:spPr/>
      <dgm:t>
        <a:bodyPr/>
        <a:lstStyle/>
        <a:p>
          <a:endParaRPr lang="en-IN"/>
        </a:p>
      </dgm:t>
    </dgm:pt>
    <dgm:pt modelId="{413F1273-4C59-4737-8D0D-7E38DD722E7C}" type="sibTrans" cxnId="{366F382E-4F33-49E6-80D9-2D938811A74A}">
      <dgm:prSet/>
      <dgm:spPr/>
      <dgm:t>
        <a:bodyPr/>
        <a:lstStyle/>
        <a:p>
          <a:endParaRPr lang="en-IN"/>
        </a:p>
      </dgm:t>
    </dgm:pt>
    <dgm:pt modelId="{4CD6EBC8-26E0-444E-9890-C6CE3517985A}">
      <dgm:prSet/>
      <dgm:spPr/>
      <dgm:t>
        <a:bodyPr/>
        <a:lstStyle/>
        <a:p>
          <a:pPr>
            <a:buNone/>
          </a:pPr>
          <a:r>
            <a:rPr lang="en-IN" b="0" i="0" dirty="0"/>
            <a:t>Define Coding Standards</a:t>
          </a:r>
          <a:endParaRPr lang="en-IN" dirty="0"/>
        </a:p>
      </dgm:t>
    </dgm:pt>
    <dgm:pt modelId="{8441BAAB-AA7D-41E9-ADB6-EE50F144D5BA}" type="parTrans" cxnId="{3ACC3080-E239-4B5A-9EA5-65B301C5E2B7}">
      <dgm:prSet/>
      <dgm:spPr/>
      <dgm:t>
        <a:bodyPr/>
        <a:lstStyle/>
        <a:p>
          <a:endParaRPr lang="en-IN"/>
        </a:p>
      </dgm:t>
    </dgm:pt>
    <dgm:pt modelId="{F10002AC-4CB9-4CCE-967C-183A1511721E}" type="sibTrans" cxnId="{3ACC3080-E239-4B5A-9EA5-65B301C5E2B7}">
      <dgm:prSet/>
      <dgm:spPr/>
      <dgm:t>
        <a:bodyPr/>
        <a:lstStyle/>
        <a:p>
          <a:endParaRPr lang="en-IN"/>
        </a:p>
      </dgm:t>
    </dgm:pt>
    <dgm:pt modelId="{948430BE-5578-4F9E-BADD-03E2AC6A18CC}">
      <dgm:prSet/>
      <dgm:spPr/>
      <dgm:t>
        <a:bodyPr/>
        <a:lstStyle/>
        <a:p>
          <a:pPr>
            <a:buNone/>
          </a:pPr>
          <a:r>
            <a:rPr lang="en-IN" b="0" i="0" dirty="0"/>
            <a:t>Create Project Schedule</a:t>
          </a:r>
          <a:endParaRPr lang="en-IN" dirty="0"/>
        </a:p>
      </dgm:t>
    </dgm:pt>
    <dgm:pt modelId="{B50BBA56-A65D-475E-8F6E-C7006E6E1746}" type="parTrans" cxnId="{C6889601-70FA-4F4C-873F-CE2D793D0D26}">
      <dgm:prSet/>
      <dgm:spPr/>
      <dgm:t>
        <a:bodyPr/>
        <a:lstStyle/>
        <a:p>
          <a:endParaRPr lang="en-IN"/>
        </a:p>
      </dgm:t>
    </dgm:pt>
    <dgm:pt modelId="{9B7EE019-FE7C-46E0-9BAE-EE99CC586F48}" type="sibTrans" cxnId="{C6889601-70FA-4F4C-873F-CE2D793D0D26}">
      <dgm:prSet/>
      <dgm:spPr/>
      <dgm:t>
        <a:bodyPr/>
        <a:lstStyle/>
        <a:p>
          <a:endParaRPr lang="en-IN"/>
        </a:p>
      </dgm:t>
    </dgm:pt>
    <dgm:pt modelId="{3841858A-3621-4BE9-BC26-58CE070AF1B9}">
      <dgm:prSet/>
      <dgm:spPr/>
      <dgm:t>
        <a:bodyPr/>
        <a:lstStyle/>
        <a:p>
          <a:pPr>
            <a:buNone/>
          </a:pPr>
          <a:r>
            <a:rPr lang="en-IN" b="0" i="0" dirty="0"/>
            <a:t>Allocate Tasks</a:t>
          </a:r>
          <a:endParaRPr lang="en-IN" dirty="0"/>
        </a:p>
      </dgm:t>
    </dgm:pt>
    <dgm:pt modelId="{1C795854-F8EF-4360-BCB7-4F4EBEF70E6E}" type="parTrans" cxnId="{BBB79EF9-303D-4354-B2DF-D7D16A69CE64}">
      <dgm:prSet/>
      <dgm:spPr/>
      <dgm:t>
        <a:bodyPr/>
        <a:lstStyle/>
        <a:p>
          <a:endParaRPr lang="en-IN"/>
        </a:p>
      </dgm:t>
    </dgm:pt>
    <dgm:pt modelId="{4CC73567-5CEE-4857-A9EB-FEAF3DC60BA4}" type="sibTrans" cxnId="{BBB79EF9-303D-4354-B2DF-D7D16A69CE64}">
      <dgm:prSet/>
      <dgm:spPr/>
      <dgm:t>
        <a:bodyPr/>
        <a:lstStyle/>
        <a:p>
          <a:endParaRPr lang="en-IN"/>
        </a:p>
      </dgm:t>
    </dgm:pt>
    <dgm:pt modelId="{24DA2C2C-94E2-4CAF-9586-45144CCB8FAA}">
      <dgm:prSet/>
      <dgm:spPr/>
      <dgm:t>
        <a:bodyPr/>
        <a:lstStyle/>
        <a:p>
          <a:pPr>
            <a:buNone/>
          </a:pPr>
          <a:r>
            <a:rPr lang="en-IN" b="0" i="0" dirty="0"/>
            <a:t>Create Wireframes (Figma)</a:t>
          </a:r>
          <a:endParaRPr lang="en-IN" dirty="0"/>
        </a:p>
      </dgm:t>
    </dgm:pt>
    <dgm:pt modelId="{FA165CA1-1599-4E2B-8D5B-78D4044B924E}" type="parTrans" cxnId="{A41946FA-0796-4444-9A9B-5CAA6F309349}">
      <dgm:prSet/>
      <dgm:spPr/>
      <dgm:t>
        <a:bodyPr/>
        <a:lstStyle/>
        <a:p>
          <a:endParaRPr lang="en-IN"/>
        </a:p>
      </dgm:t>
    </dgm:pt>
    <dgm:pt modelId="{60DDD23A-8DFE-4D3C-B0E3-7CE3AC723B5B}" type="sibTrans" cxnId="{A41946FA-0796-4444-9A9B-5CAA6F309349}">
      <dgm:prSet/>
      <dgm:spPr/>
      <dgm:t>
        <a:bodyPr/>
        <a:lstStyle/>
        <a:p>
          <a:endParaRPr lang="en-IN"/>
        </a:p>
      </dgm:t>
    </dgm:pt>
    <dgm:pt modelId="{2B84BD2D-0BA5-4F3B-82EC-E49D432AA23F}">
      <dgm:prSet/>
      <dgm:spPr/>
      <dgm:t>
        <a:bodyPr/>
        <a:lstStyle/>
        <a:p>
          <a:pPr>
            <a:buNone/>
          </a:pPr>
          <a:r>
            <a:rPr lang="en-IN" b="0" i="0" dirty="0"/>
            <a:t>Design Global Theme (</a:t>
          </a:r>
          <a:r>
            <a:rPr lang="en-IN" b="0" i="0" dirty="0" err="1"/>
            <a:t>Glassmorphism</a:t>
          </a:r>
          <a:r>
            <a:rPr lang="en-IN" b="0" i="0" dirty="0"/>
            <a:t>)</a:t>
          </a:r>
          <a:endParaRPr lang="en-IN" dirty="0"/>
        </a:p>
      </dgm:t>
    </dgm:pt>
    <dgm:pt modelId="{7A061E14-606E-4788-86AC-639BC1AFE714}" type="parTrans" cxnId="{32693939-8207-42A2-864D-95322571FE4B}">
      <dgm:prSet/>
      <dgm:spPr/>
      <dgm:t>
        <a:bodyPr/>
        <a:lstStyle/>
        <a:p>
          <a:endParaRPr lang="en-IN"/>
        </a:p>
      </dgm:t>
    </dgm:pt>
    <dgm:pt modelId="{818A81F6-2A51-4737-A4EF-FA37BCE12726}" type="sibTrans" cxnId="{32693939-8207-42A2-864D-95322571FE4B}">
      <dgm:prSet/>
      <dgm:spPr/>
      <dgm:t>
        <a:bodyPr/>
        <a:lstStyle/>
        <a:p>
          <a:endParaRPr lang="en-IN"/>
        </a:p>
      </dgm:t>
    </dgm:pt>
    <dgm:pt modelId="{26F10BD7-4CD3-4634-AFDE-24929CFB6599}">
      <dgm:prSet/>
      <dgm:spPr/>
      <dgm:t>
        <a:bodyPr/>
        <a:lstStyle/>
        <a:p>
          <a:pPr>
            <a:buNone/>
          </a:pPr>
          <a:r>
            <a:rPr lang="en-IN" b="0" i="0"/>
            <a:t>Job Board Module</a:t>
          </a:r>
          <a:endParaRPr lang="en-IN" dirty="0"/>
        </a:p>
      </dgm:t>
    </dgm:pt>
    <dgm:pt modelId="{9E493F4F-65E3-4D16-BB8D-9AEBA6039469}" type="parTrans" cxnId="{9998A351-A43B-4D4B-A01C-9982BFF98763}">
      <dgm:prSet/>
      <dgm:spPr/>
      <dgm:t>
        <a:bodyPr/>
        <a:lstStyle/>
        <a:p>
          <a:endParaRPr lang="en-IN"/>
        </a:p>
      </dgm:t>
    </dgm:pt>
    <dgm:pt modelId="{2DC6AD8E-CCFA-4970-A97F-551E6B8DBD48}" type="sibTrans" cxnId="{9998A351-A43B-4D4B-A01C-9982BFF98763}">
      <dgm:prSet/>
      <dgm:spPr/>
      <dgm:t>
        <a:bodyPr/>
        <a:lstStyle/>
        <a:p>
          <a:endParaRPr lang="en-IN"/>
        </a:p>
      </dgm:t>
    </dgm:pt>
    <dgm:pt modelId="{97240E9B-C03B-42B2-ACD3-8112789E014B}">
      <dgm:prSet/>
      <dgm:spPr/>
      <dgm:t>
        <a:bodyPr/>
        <a:lstStyle/>
        <a:p>
          <a:pPr>
            <a:buNone/>
          </a:pPr>
          <a:r>
            <a:rPr lang="en-IN" b="0" i="0" dirty="0"/>
            <a:t>Learning Hub</a:t>
          </a:r>
          <a:endParaRPr lang="en-IN" dirty="0"/>
        </a:p>
      </dgm:t>
    </dgm:pt>
    <dgm:pt modelId="{E4F75243-18C1-41EA-A06A-FAD8233EF401}" type="parTrans" cxnId="{AC84CB4B-D28B-48E4-A18F-AB8DDABB2492}">
      <dgm:prSet/>
      <dgm:spPr/>
      <dgm:t>
        <a:bodyPr/>
        <a:lstStyle/>
        <a:p>
          <a:endParaRPr lang="en-IN"/>
        </a:p>
      </dgm:t>
    </dgm:pt>
    <dgm:pt modelId="{0C9D85DB-C5FB-4D53-AFFF-80ED6C744DAB}" type="sibTrans" cxnId="{AC84CB4B-D28B-48E4-A18F-AB8DDABB2492}">
      <dgm:prSet/>
      <dgm:spPr/>
      <dgm:t>
        <a:bodyPr/>
        <a:lstStyle/>
        <a:p>
          <a:endParaRPr lang="en-IN"/>
        </a:p>
      </dgm:t>
    </dgm:pt>
    <dgm:pt modelId="{E5400895-F99F-7F41-8583-4BD162EA06C2}" type="pres">
      <dgm:prSet presAssocID="{E92234AA-C860-3042-A562-30250E798F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8E5C753-0B0D-8E4A-87C9-0512E2387AAE}" type="pres">
      <dgm:prSet presAssocID="{7835FD59-B514-0B47-B7B8-0983910456A6}" presName="hierRoot1" presStyleCnt="0"/>
      <dgm:spPr/>
    </dgm:pt>
    <dgm:pt modelId="{5820EE7F-AEA0-3E48-B9D6-424BD60081AD}" type="pres">
      <dgm:prSet presAssocID="{7835FD59-B514-0B47-B7B8-0983910456A6}" presName="composite" presStyleCnt="0"/>
      <dgm:spPr/>
    </dgm:pt>
    <dgm:pt modelId="{93EB40CF-C469-C042-9AAC-9E65599A2A8E}" type="pres">
      <dgm:prSet presAssocID="{7835FD59-B514-0B47-B7B8-0983910456A6}" presName="background" presStyleLbl="node0" presStyleIdx="0" presStyleCnt="1"/>
      <dgm:spPr/>
    </dgm:pt>
    <dgm:pt modelId="{265B3781-273D-0148-87CB-FBE8B43D31EF}" type="pres">
      <dgm:prSet presAssocID="{7835FD59-B514-0B47-B7B8-0983910456A6}" presName="text" presStyleLbl="fgAcc0" presStyleIdx="0" presStyleCnt="1" custScaleX="462161" custScaleY="516363">
        <dgm:presLayoutVars>
          <dgm:chPref val="3"/>
        </dgm:presLayoutVars>
      </dgm:prSet>
      <dgm:spPr/>
    </dgm:pt>
    <dgm:pt modelId="{5C49ECAC-5568-E44A-857C-15EC9EF0E8A5}" type="pres">
      <dgm:prSet presAssocID="{7835FD59-B514-0B47-B7B8-0983910456A6}" presName="hierChild2" presStyleCnt="0"/>
      <dgm:spPr/>
    </dgm:pt>
    <dgm:pt modelId="{564C0382-73AB-AD40-BC20-ACDA75959C27}" type="pres">
      <dgm:prSet presAssocID="{19D8E85A-EF28-1042-9B35-665A12874640}" presName="Name10" presStyleLbl="parChTrans1D2" presStyleIdx="0" presStyleCnt="4"/>
      <dgm:spPr/>
    </dgm:pt>
    <dgm:pt modelId="{10F1810C-02FC-0744-9E7D-3799BAC81C6A}" type="pres">
      <dgm:prSet presAssocID="{DF86860E-2719-A64A-80FF-F56192895399}" presName="hierRoot2" presStyleCnt="0"/>
      <dgm:spPr/>
    </dgm:pt>
    <dgm:pt modelId="{D5498994-C2A0-3C4E-A4A7-D16EB2379558}" type="pres">
      <dgm:prSet presAssocID="{DF86860E-2719-A64A-80FF-F56192895399}" presName="composite2" presStyleCnt="0"/>
      <dgm:spPr/>
    </dgm:pt>
    <dgm:pt modelId="{98C76165-9034-1643-9104-9B92F7A95E7E}" type="pres">
      <dgm:prSet presAssocID="{DF86860E-2719-A64A-80FF-F56192895399}" presName="background2" presStyleLbl="node2" presStyleIdx="0" presStyleCnt="4"/>
      <dgm:spPr/>
    </dgm:pt>
    <dgm:pt modelId="{F1BC48F8-BC78-354B-8D25-7D5CBB308992}" type="pres">
      <dgm:prSet presAssocID="{DF86860E-2719-A64A-80FF-F56192895399}" presName="text2" presStyleLbl="fgAcc2" presStyleIdx="0" presStyleCnt="4" custScaleX="131845">
        <dgm:presLayoutVars>
          <dgm:chPref val="3"/>
        </dgm:presLayoutVars>
      </dgm:prSet>
      <dgm:spPr/>
    </dgm:pt>
    <dgm:pt modelId="{0EDC9799-1D2B-AD42-A6DC-713273D15719}" type="pres">
      <dgm:prSet presAssocID="{DF86860E-2719-A64A-80FF-F56192895399}" presName="hierChild3" presStyleCnt="0"/>
      <dgm:spPr/>
    </dgm:pt>
    <dgm:pt modelId="{C31C142D-CC01-1143-97E8-88E8F2B4524A}" type="pres">
      <dgm:prSet presAssocID="{D11E7EEC-A2DD-6148-AD59-6CD83C19C84D}" presName="Name17" presStyleLbl="parChTrans1D3" presStyleIdx="0" presStyleCnt="9"/>
      <dgm:spPr/>
    </dgm:pt>
    <dgm:pt modelId="{26E33841-EF6B-1448-81F7-61C34CE82128}" type="pres">
      <dgm:prSet presAssocID="{6F990348-5120-7140-980E-D1A49D03543A}" presName="hierRoot3" presStyleCnt="0"/>
      <dgm:spPr/>
    </dgm:pt>
    <dgm:pt modelId="{783C22AC-5289-D94B-9E76-2851D2F1783E}" type="pres">
      <dgm:prSet presAssocID="{6F990348-5120-7140-980E-D1A49D03543A}" presName="composite3" presStyleCnt="0"/>
      <dgm:spPr/>
    </dgm:pt>
    <dgm:pt modelId="{44BEB450-4BCD-F54F-A322-73AA595A8A41}" type="pres">
      <dgm:prSet presAssocID="{6F990348-5120-7140-980E-D1A49D03543A}" presName="background3" presStyleLbl="node3" presStyleIdx="0" presStyleCnt="9"/>
      <dgm:spPr/>
    </dgm:pt>
    <dgm:pt modelId="{082858DA-3FBC-224B-94F4-A3E62BFB3CA0}" type="pres">
      <dgm:prSet presAssocID="{6F990348-5120-7140-980E-D1A49D03543A}" presName="text3" presStyleLbl="fgAcc3" presStyleIdx="0" presStyleCnt="9" custScaleX="103865" custScaleY="308559">
        <dgm:presLayoutVars>
          <dgm:chPref val="3"/>
        </dgm:presLayoutVars>
      </dgm:prSet>
      <dgm:spPr/>
    </dgm:pt>
    <dgm:pt modelId="{7629E604-018F-5242-B3CC-BC899D593649}" type="pres">
      <dgm:prSet presAssocID="{6F990348-5120-7140-980E-D1A49D03543A}" presName="hierChild4" presStyleCnt="0"/>
      <dgm:spPr/>
    </dgm:pt>
    <dgm:pt modelId="{7D68BC0A-EDF7-E349-B498-3CBB7AA07288}" type="pres">
      <dgm:prSet presAssocID="{0E737143-6448-C24B-BA8B-38BA7568F52E}" presName="Name17" presStyleLbl="parChTrans1D3" presStyleIdx="1" presStyleCnt="9"/>
      <dgm:spPr/>
    </dgm:pt>
    <dgm:pt modelId="{6BD3E0B7-5C33-314F-9AE1-8FB84560DB2A}" type="pres">
      <dgm:prSet presAssocID="{29AD3176-2D40-CF49-A544-12BEE310D254}" presName="hierRoot3" presStyleCnt="0"/>
      <dgm:spPr/>
    </dgm:pt>
    <dgm:pt modelId="{575676E5-BDCB-D34D-9698-BB8D578C3BE3}" type="pres">
      <dgm:prSet presAssocID="{29AD3176-2D40-CF49-A544-12BEE310D254}" presName="composite3" presStyleCnt="0"/>
      <dgm:spPr/>
    </dgm:pt>
    <dgm:pt modelId="{FEEC3C17-77DE-4445-9F57-EC26BC3F2F4C}" type="pres">
      <dgm:prSet presAssocID="{29AD3176-2D40-CF49-A544-12BEE310D254}" presName="background3" presStyleLbl="node3" presStyleIdx="1" presStyleCnt="9"/>
      <dgm:spPr/>
    </dgm:pt>
    <dgm:pt modelId="{8EEDF970-CC88-124A-A9E9-A1462E464C5C}" type="pres">
      <dgm:prSet presAssocID="{29AD3176-2D40-CF49-A544-12BEE310D254}" presName="text3" presStyleLbl="fgAcc3" presStyleIdx="1" presStyleCnt="9" custScaleX="98059" custScaleY="254508">
        <dgm:presLayoutVars>
          <dgm:chPref val="3"/>
        </dgm:presLayoutVars>
      </dgm:prSet>
      <dgm:spPr/>
    </dgm:pt>
    <dgm:pt modelId="{5E414DC5-BB3A-894D-9574-4858C7DCC085}" type="pres">
      <dgm:prSet presAssocID="{29AD3176-2D40-CF49-A544-12BEE310D254}" presName="hierChild4" presStyleCnt="0"/>
      <dgm:spPr/>
    </dgm:pt>
    <dgm:pt modelId="{CFFA7558-0139-FA4C-979C-AB56256C62DB}" type="pres">
      <dgm:prSet presAssocID="{C40EC512-88AF-B24D-AAB3-3E9A66643198}" presName="Name10" presStyleLbl="parChTrans1D2" presStyleIdx="1" presStyleCnt="4"/>
      <dgm:spPr/>
    </dgm:pt>
    <dgm:pt modelId="{6EC83D77-56A9-104D-AE1E-CD057355C747}" type="pres">
      <dgm:prSet presAssocID="{03B89768-B859-2E49-8534-20D1EFA29B3B}" presName="hierRoot2" presStyleCnt="0"/>
      <dgm:spPr/>
    </dgm:pt>
    <dgm:pt modelId="{DC8CD46E-7392-1744-84C8-9E787FE21689}" type="pres">
      <dgm:prSet presAssocID="{03B89768-B859-2E49-8534-20D1EFA29B3B}" presName="composite2" presStyleCnt="0"/>
      <dgm:spPr/>
    </dgm:pt>
    <dgm:pt modelId="{10ED8AD8-C95D-7F46-8284-6BFFCB8023D0}" type="pres">
      <dgm:prSet presAssocID="{03B89768-B859-2E49-8534-20D1EFA29B3B}" presName="background2" presStyleLbl="node2" presStyleIdx="1" presStyleCnt="4"/>
      <dgm:spPr/>
    </dgm:pt>
    <dgm:pt modelId="{CE004470-AE31-6542-BE4E-74C32357678F}" type="pres">
      <dgm:prSet presAssocID="{03B89768-B859-2E49-8534-20D1EFA29B3B}" presName="text2" presStyleLbl="fgAcc2" presStyleIdx="1" presStyleCnt="4">
        <dgm:presLayoutVars>
          <dgm:chPref val="3"/>
        </dgm:presLayoutVars>
      </dgm:prSet>
      <dgm:spPr/>
    </dgm:pt>
    <dgm:pt modelId="{05B32D1F-AA47-BD4B-9861-CEB2BA77339A}" type="pres">
      <dgm:prSet presAssocID="{03B89768-B859-2E49-8534-20D1EFA29B3B}" presName="hierChild3" presStyleCnt="0"/>
      <dgm:spPr/>
    </dgm:pt>
    <dgm:pt modelId="{174D4A2F-9BFD-8B4F-A3F7-0D2A7E4C3E7E}" type="pres">
      <dgm:prSet presAssocID="{570711A2-0F15-1E4E-84E9-5DECF631ACE9}" presName="Name17" presStyleLbl="parChTrans1D3" presStyleIdx="2" presStyleCnt="9"/>
      <dgm:spPr/>
    </dgm:pt>
    <dgm:pt modelId="{196731D4-7E5D-6145-ABEB-A5EEBB5B68CD}" type="pres">
      <dgm:prSet presAssocID="{50A67927-BA02-734A-A0AE-86F97EFE870C}" presName="hierRoot3" presStyleCnt="0"/>
      <dgm:spPr/>
    </dgm:pt>
    <dgm:pt modelId="{4B64F7C2-5DAB-AD4A-AE85-632E15C47654}" type="pres">
      <dgm:prSet presAssocID="{50A67927-BA02-734A-A0AE-86F97EFE870C}" presName="composite3" presStyleCnt="0"/>
      <dgm:spPr/>
    </dgm:pt>
    <dgm:pt modelId="{6E16703E-D480-984D-B802-173E140186A1}" type="pres">
      <dgm:prSet presAssocID="{50A67927-BA02-734A-A0AE-86F97EFE870C}" presName="background3" presStyleLbl="node3" presStyleIdx="2" presStyleCnt="9"/>
      <dgm:spPr/>
    </dgm:pt>
    <dgm:pt modelId="{1335637A-7683-4A41-B519-CE080C5D3C7D}" type="pres">
      <dgm:prSet presAssocID="{50A67927-BA02-734A-A0AE-86F97EFE870C}" presName="text3" presStyleLbl="fgAcc3" presStyleIdx="2" presStyleCnt="9" custScaleX="188752">
        <dgm:presLayoutVars>
          <dgm:chPref val="3"/>
        </dgm:presLayoutVars>
      </dgm:prSet>
      <dgm:spPr/>
    </dgm:pt>
    <dgm:pt modelId="{9F81CD06-620E-2440-B2AF-59194600DD49}" type="pres">
      <dgm:prSet presAssocID="{50A67927-BA02-734A-A0AE-86F97EFE870C}" presName="hierChild4" presStyleCnt="0"/>
      <dgm:spPr/>
    </dgm:pt>
    <dgm:pt modelId="{1D694600-E3C2-49F5-9F56-9A2DEE365938}" type="pres">
      <dgm:prSet presAssocID="{0C6C7DEC-BC80-41E4-918B-9015EEF82DC6}" presName="Name23" presStyleLbl="parChTrans1D4" presStyleIdx="0" presStyleCnt="19"/>
      <dgm:spPr/>
    </dgm:pt>
    <dgm:pt modelId="{EE676979-90BE-4CF7-80F1-6E80F51A78F9}" type="pres">
      <dgm:prSet presAssocID="{65D04C8E-C92A-49F5-A56E-005FF687888E}" presName="hierRoot4" presStyleCnt="0"/>
      <dgm:spPr/>
    </dgm:pt>
    <dgm:pt modelId="{C6C9562D-AC0E-4EF9-9C57-3F3FF972C22A}" type="pres">
      <dgm:prSet presAssocID="{65D04C8E-C92A-49F5-A56E-005FF687888E}" presName="composite4" presStyleCnt="0"/>
      <dgm:spPr/>
    </dgm:pt>
    <dgm:pt modelId="{30F2F000-50B2-4B0B-84F2-7E51D1BE26A7}" type="pres">
      <dgm:prSet presAssocID="{65D04C8E-C92A-49F5-A56E-005FF687888E}" presName="background4" presStyleLbl="node4" presStyleIdx="0" presStyleCnt="19"/>
      <dgm:spPr/>
    </dgm:pt>
    <dgm:pt modelId="{566DB29B-1D74-4957-B3D9-427F295A608F}" type="pres">
      <dgm:prSet presAssocID="{65D04C8E-C92A-49F5-A56E-005FF687888E}" presName="text4" presStyleLbl="fgAcc4" presStyleIdx="0" presStyleCnt="19">
        <dgm:presLayoutVars>
          <dgm:chPref val="3"/>
        </dgm:presLayoutVars>
      </dgm:prSet>
      <dgm:spPr/>
    </dgm:pt>
    <dgm:pt modelId="{9BA1BA93-EE7E-4EE5-88FE-D2FA7DAEDDA8}" type="pres">
      <dgm:prSet presAssocID="{65D04C8E-C92A-49F5-A56E-005FF687888E}" presName="hierChild5" presStyleCnt="0"/>
      <dgm:spPr/>
    </dgm:pt>
    <dgm:pt modelId="{B1103F87-391A-4892-A5D7-7A5E507DDE7C}" type="pres">
      <dgm:prSet presAssocID="{E1F35F00-712A-4191-AE0B-840778E35E06}" presName="Name23" presStyleLbl="parChTrans1D4" presStyleIdx="1" presStyleCnt="19"/>
      <dgm:spPr/>
    </dgm:pt>
    <dgm:pt modelId="{E7CE85E6-E403-43DA-8035-6C4EAFB8EEE4}" type="pres">
      <dgm:prSet presAssocID="{532D3670-D033-4AEA-A1CE-C449E4034A86}" presName="hierRoot4" presStyleCnt="0"/>
      <dgm:spPr/>
    </dgm:pt>
    <dgm:pt modelId="{90FF6E55-E50E-4D24-9C6B-39673AAB2FFF}" type="pres">
      <dgm:prSet presAssocID="{532D3670-D033-4AEA-A1CE-C449E4034A86}" presName="composite4" presStyleCnt="0"/>
      <dgm:spPr/>
    </dgm:pt>
    <dgm:pt modelId="{51DAB033-2F13-4C04-966E-4EE58013F7E9}" type="pres">
      <dgm:prSet presAssocID="{532D3670-D033-4AEA-A1CE-C449E4034A86}" presName="background4" presStyleLbl="node4" presStyleIdx="1" presStyleCnt="19"/>
      <dgm:spPr/>
    </dgm:pt>
    <dgm:pt modelId="{B86E6BED-F617-4966-AC64-4106B1F39CD5}" type="pres">
      <dgm:prSet presAssocID="{532D3670-D033-4AEA-A1CE-C449E4034A86}" presName="text4" presStyleLbl="fgAcc4" presStyleIdx="1" presStyleCnt="19">
        <dgm:presLayoutVars>
          <dgm:chPref val="3"/>
        </dgm:presLayoutVars>
      </dgm:prSet>
      <dgm:spPr/>
    </dgm:pt>
    <dgm:pt modelId="{6B383BFB-D4C7-4AEF-AFF5-2549A77866CE}" type="pres">
      <dgm:prSet presAssocID="{532D3670-D033-4AEA-A1CE-C449E4034A86}" presName="hierChild5" presStyleCnt="0"/>
      <dgm:spPr/>
    </dgm:pt>
    <dgm:pt modelId="{5C3642F9-6F40-4900-AC76-4DEE5617D27A}" type="pres">
      <dgm:prSet presAssocID="{4B0E92FA-F37D-7E40-AB74-0DA56805BAE7}" presName="Name17" presStyleLbl="parChTrans1D3" presStyleIdx="3" presStyleCnt="9"/>
      <dgm:spPr/>
    </dgm:pt>
    <dgm:pt modelId="{CF79651A-D280-4255-9258-3C7E5EFC7B95}" type="pres">
      <dgm:prSet presAssocID="{98D6B55B-33A1-654B-9A07-4017B4BCBC3D}" presName="hierRoot3" presStyleCnt="0"/>
      <dgm:spPr/>
    </dgm:pt>
    <dgm:pt modelId="{92210EF7-0A2B-4759-BBCF-983C4FD2A279}" type="pres">
      <dgm:prSet presAssocID="{98D6B55B-33A1-654B-9A07-4017B4BCBC3D}" presName="composite3" presStyleCnt="0"/>
      <dgm:spPr/>
    </dgm:pt>
    <dgm:pt modelId="{CF18A27E-D96C-4470-B5A2-373E9214E8E4}" type="pres">
      <dgm:prSet presAssocID="{98D6B55B-33A1-654B-9A07-4017B4BCBC3D}" presName="background3" presStyleLbl="node3" presStyleIdx="3" presStyleCnt="9"/>
      <dgm:spPr/>
    </dgm:pt>
    <dgm:pt modelId="{73C9CCEB-E07E-401F-AADD-DFB93C515353}" type="pres">
      <dgm:prSet presAssocID="{98D6B55B-33A1-654B-9A07-4017B4BCBC3D}" presName="text3" presStyleLbl="fgAcc3" presStyleIdx="3" presStyleCnt="9" custScaleX="143205" custScaleY="130499">
        <dgm:presLayoutVars>
          <dgm:chPref val="3"/>
        </dgm:presLayoutVars>
      </dgm:prSet>
      <dgm:spPr/>
    </dgm:pt>
    <dgm:pt modelId="{6F83CAD7-6367-4634-8CC6-ABE1CE09FAE5}" type="pres">
      <dgm:prSet presAssocID="{98D6B55B-33A1-654B-9A07-4017B4BCBC3D}" presName="hierChild4" presStyleCnt="0"/>
      <dgm:spPr/>
    </dgm:pt>
    <dgm:pt modelId="{CFC5039D-A813-4A7E-80D3-DD8247EBD73E}" type="pres">
      <dgm:prSet presAssocID="{8441BAAB-AA7D-41E9-ADB6-EE50F144D5BA}" presName="Name23" presStyleLbl="parChTrans1D4" presStyleIdx="2" presStyleCnt="19"/>
      <dgm:spPr/>
    </dgm:pt>
    <dgm:pt modelId="{4CB37CA0-525E-4768-950F-8ED8C51694D1}" type="pres">
      <dgm:prSet presAssocID="{4CD6EBC8-26E0-444E-9890-C6CE3517985A}" presName="hierRoot4" presStyleCnt="0"/>
      <dgm:spPr/>
    </dgm:pt>
    <dgm:pt modelId="{70AA076F-3EF8-4795-B397-2C11DAEF14CD}" type="pres">
      <dgm:prSet presAssocID="{4CD6EBC8-26E0-444E-9890-C6CE3517985A}" presName="composite4" presStyleCnt="0"/>
      <dgm:spPr/>
    </dgm:pt>
    <dgm:pt modelId="{4CEED850-2477-49F5-8A40-E6F8697AE1F5}" type="pres">
      <dgm:prSet presAssocID="{4CD6EBC8-26E0-444E-9890-C6CE3517985A}" presName="background4" presStyleLbl="node4" presStyleIdx="2" presStyleCnt="19"/>
      <dgm:spPr/>
    </dgm:pt>
    <dgm:pt modelId="{ACF0A991-4B7E-4CA3-9E47-A927D435531A}" type="pres">
      <dgm:prSet presAssocID="{4CD6EBC8-26E0-444E-9890-C6CE3517985A}" presName="text4" presStyleLbl="fgAcc4" presStyleIdx="2" presStyleCnt="19">
        <dgm:presLayoutVars>
          <dgm:chPref val="3"/>
        </dgm:presLayoutVars>
      </dgm:prSet>
      <dgm:spPr/>
    </dgm:pt>
    <dgm:pt modelId="{BD572965-4E8B-468A-85F7-4AD6459CDDB7}" type="pres">
      <dgm:prSet presAssocID="{4CD6EBC8-26E0-444E-9890-C6CE3517985A}" presName="hierChild5" presStyleCnt="0"/>
      <dgm:spPr/>
    </dgm:pt>
    <dgm:pt modelId="{D7BA04DA-4E69-44A0-BC8C-D75451090CAE}" type="pres">
      <dgm:prSet presAssocID="{95F71EBD-EC94-9D42-BB0E-C52845D7632F}" presName="Name17" presStyleLbl="parChTrans1D3" presStyleIdx="4" presStyleCnt="9"/>
      <dgm:spPr/>
    </dgm:pt>
    <dgm:pt modelId="{D0B62D05-3726-4792-A1C7-1CAA8CE4F0AD}" type="pres">
      <dgm:prSet presAssocID="{7634EBF5-E466-1B4A-B6D3-3F4B45B7606D}" presName="hierRoot3" presStyleCnt="0"/>
      <dgm:spPr/>
    </dgm:pt>
    <dgm:pt modelId="{3D3B6D0C-0D44-4CAD-AA75-BA93F0FD67FB}" type="pres">
      <dgm:prSet presAssocID="{7634EBF5-E466-1B4A-B6D3-3F4B45B7606D}" presName="composite3" presStyleCnt="0"/>
      <dgm:spPr/>
    </dgm:pt>
    <dgm:pt modelId="{F354EAE8-5F9F-4DA7-8F5E-32AD94A38653}" type="pres">
      <dgm:prSet presAssocID="{7634EBF5-E466-1B4A-B6D3-3F4B45B7606D}" presName="background3" presStyleLbl="node3" presStyleIdx="4" presStyleCnt="9"/>
      <dgm:spPr/>
    </dgm:pt>
    <dgm:pt modelId="{20451533-3CFF-47E8-97EF-DF9C4CD29629}" type="pres">
      <dgm:prSet presAssocID="{7634EBF5-E466-1B4A-B6D3-3F4B45B7606D}" presName="text3" presStyleLbl="fgAcc3" presStyleIdx="4" presStyleCnt="9" custScaleX="166047" custScaleY="119530">
        <dgm:presLayoutVars>
          <dgm:chPref val="3"/>
        </dgm:presLayoutVars>
      </dgm:prSet>
      <dgm:spPr/>
    </dgm:pt>
    <dgm:pt modelId="{578A18EE-CF2B-47A9-8687-F3E30FBF6F9C}" type="pres">
      <dgm:prSet presAssocID="{7634EBF5-E466-1B4A-B6D3-3F4B45B7606D}" presName="hierChild4" presStyleCnt="0"/>
      <dgm:spPr/>
    </dgm:pt>
    <dgm:pt modelId="{097FB79E-998F-42EB-BE63-7922D9280911}" type="pres">
      <dgm:prSet presAssocID="{B50BBA56-A65D-475E-8F6E-C7006E6E1746}" presName="Name23" presStyleLbl="parChTrans1D4" presStyleIdx="3" presStyleCnt="19"/>
      <dgm:spPr/>
    </dgm:pt>
    <dgm:pt modelId="{B23154BC-D093-49C6-B749-624483EC0DBA}" type="pres">
      <dgm:prSet presAssocID="{948430BE-5578-4F9E-BADD-03E2AC6A18CC}" presName="hierRoot4" presStyleCnt="0"/>
      <dgm:spPr/>
    </dgm:pt>
    <dgm:pt modelId="{7C552E28-8F2F-4E8B-8785-AD222B161EC3}" type="pres">
      <dgm:prSet presAssocID="{948430BE-5578-4F9E-BADD-03E2AC6A18CC}" presName="composite4" presStyleCnt="0"/>
      <dgm:spPr/>
    </dgm:pt>
    <dgm:pt modelId="{8750984C-72FD-4699-AB2E-A6E58CD01464}" type="pres">
      <dgm:prSet presAssocID="{948430BE-5578-4F9E-BADD-03E2AC6A18CC}" presName="background4" presStyleLbl="node4" presStyleIdx="3" presStyleCnt="19"/>
      <dgm:spPr/>
    </dgm:pt>
    <dgm:pt modelId="{92202CBA-F442-4C95-9D6C-46C8492BF1C4}" type="pres">
      <dgm:prSet presAssocID="{948430BE-5578-4F9E-BADD-03E2AC6A18CC}" presName="text4" presStyleLbl="fgAcc4" presStyleIdx="3" presStyleCnt="19">
        <dgm:presLayoutVars>
          <dgm:chPref val="3"/>
        </dgm:presLayoutVars>
      </dgm:prSet>
      <dgm:spPr/>
    </dgm:pt>
    <dgm:pt modelId="{9398C899-BF07-4078-A11D-38D1836F7375}" type="pres">
      <dgm:prSet presAssocID="{948430BE-5578-4F9E-BADD-03E2AC6A18CC}" presName="hierChild5" presStyleCnt="0"/>
      <dgm:spPr/>
    </dgm:pt>
    <dgm:pt modelId="{D2E1BB33-40D6-4258-B119-AE3425F2119B}" type="pres">
      <dgm:prSet presAssocID="{1C795854-F8EF-4360-BCB7-4F4EBEF70E6E}" presName="Name23" presStyleLbl="parChTrans1D4" presStyleIdx="4" presStyleCnt="19"/>
      <dgm:spPr/>
    </dgm:pt>
    <dgm:pt modelId="{91EF817B-F1D1-4766-945C-1FAFACBB1CF5}" type="pres">
      <dgm:prSet presAssocID="{3841858A-3621-4BE9-BC26-58CE070AF1B9}" presName="hierRoot4" presStyleCnt="0"/>
      <dgm:spPr/>
    </dgm:pt>
    <dgm:pt modelId="{4AC12DAA-D0B4-4646-B69B-638FED02A663}" type="pres">
      <dgm:prSet presAssocID="{3841858A-3621-4BE9-BC26-58CE070AF1B9}" presName="composite4" presStyleCnt="0"/>
      <dgm:spPr/>
    </dgm:pt>
    <dgm:pt modelId="{D981962B-28C6-4203-AB5B-3FDED036816E}" type="pres">
      <dgm:prSet presAssocID="{3841858A-3621-4BE9-BC26-58CE070AF1B9}" presName="background4" presStyleLbl="node4" presStyleIdx="4" presStyleCnt="19"/>
      <dgm:spPr/>
    </dgm:pt>
    <dgm:pt modelId="{32A10A92-7BFC-41EF-8B1E-C7DC997DF4F6}" type="pres">
      <dgm:prSet presAssocID="{3841858A-3621-4BE9-BC26-58CE070AF1B9}" presName="text4" presStyleLbl="fgAcc4" presStyleIdx="4" presStyleCnt="19">
        <dgm:presLayoutVars>
          <dgm:chPref val="3"/>
        </dgm:presLayoutVars>
      </dgm:prSet>
      <dgm:spPr/>
    </dgm:pt>
    <dgm:pt modelId="{8CD89F0E-746A-41EC-B236-7D7FDD592117}" type="pres">
      <dgm:prSet presAssocID="{3841858A-3621-4BE9-BC26-58CE070AF1B9}" presName="hierChild5" presStyleCnt="0"/>
      <dgm:spPr/>
    </dgm:pt>
    <dgm:pt modelId="{BAE9D8D9-F63B-0243-A497-F16166EB0CBB}" type="pres">
      <dgm:prSet presAssocID="{DB346DC5-5247-BD41-9BBB-38F381C6763A}" presName="Name10" presStyleLbl="parChTrans1D2" presStyleIdx="2" presStyleCnt="4"/>
      <dgm:spPr/>
    </dgm:pt>
    <dgm:pt modelId="{7D3F5C1B-61DC-AD42-8AE5-BEEE45F0D2A2}" type="pres">
      <dgm:prSet presAssocID="{1BC165AB-B879-6E45-BE42-9DB85E468E5E}" presName="hierRoot2" presStyleCnt="0"/>
      <dgm:spPr/>
    </dgm:pt>
    <dgm:pt modelId="{AC665988-D2DC-E14F-B467-28ADF91F8F15}" type="pres">
      <dgm:prSet presAssocID="{1BC165AB-B879-6E45-BE42-9DB85E468E5E}" presName="composite2" presStyleCnt="0"/>
      <dgm:spPr/>
    </dgm:pt>
    <dgm:pt modelId="{B1AEAF6C-B8B1-1748-805C-DEA9F80466AD}" type="pres">
      <dgm:prSet presAssocID="{1BC165AB-B879-6E45-BE42-9DB85E468E5E}" presName="background2" presStyleLbl="node2" presStyleIdx="2" presStyleCnt="4"/>
      <dgm:spPr/>
    </dgm:pt>
    <dgm:pt modelId="{C9D855B1-F204-3449-A0AB-C83C199BFD6B}" type="pres">
      <dgm:prSet presAssocID="{1BC165AB-B879-6E45-BE42-9DB85E468E5E}" presName="text2" presStyleLbl="fgAcc2" presStyleIdx="2" presStyleCnt="4" custScaleX="167137">
        <dgm:presLayoutVars>
          <dgm:chPref val="3"/>
        </dgm:presLayoutVars>
      </dgm:prSet>
      <dgm:spPr/>
    </dgm:pt>
    <dgm:pt modelId="{158DD9B6-60BC-2441-9B3A-ABE4E09BA18B}" type="pres">
      <dgm:prSet presAssocID="{1BC165AB-B879-6E45-BE42-9DB85E468E5E}" presName="hierChild3" presStyleCnt="0"/>
      <dgm:spPr/>
    </dgm:pt>
    <dgm:pt modelId="{4C4AF905-DDF4-E241-A58B-D9F5E626544B}" type="pres">
      <dgm:prSet presAssocID="{0A42203B-26C8-F140-A21C-18A332E5B981}" presName="Name17" presStyleLbl="parChTrans1D3" presStyleIdx="5" presStyleCnt="9"/>
      <dgm:spPr/>
    </dgm:pt>
    <dgm:pt modelId="{96F9D759-329B-8447-ACE3-1D1908AF39CA}" type="pres">
      <dgm:prSet presAssocID="{8A7E9A38-0069-E54C-9C7F-E9C55CA7C411}" presName="hierRoot3" presStyleCnt="0"/>
      <dgm:spPr/>
    </dgm:pt>
    <dgm:pt modelId="{5B31A2F8-731F-3142-9250-68B25B08921B}" type="pres">
      <dgm:prSet presAssocID="{8A7E9A38-0069-E54C-9C7F-E9C55CA7C411}" presName="composite3" presStyleCnt="0"/>
      <dgm:spPr/>
    </dgm:pt>
    <dgm:pt modelId="{D69C27FE-178C-0B44-8F16-561617AC1399}" type="pres">
      <dgm:prSet presAssocID="{8A7E9A38-0069-E54C-9C7F-E9C55CA7C411}" presName="background3" presStyleLbl="node3" presStyleIdx="5" presStyleCnt="9"/>
      <dgm:spPr>
        <a:solidFill>
          <a:schemeClr val="accent6"/>
        </a:solidFill>
      </dgm:spPr>
    </dgm:pt>
    <dgm:pt modelId="{D868DAD2-E310-8F43-A407-6333AC65E4ED}" type="pres">
      <dgm:prSet presAssocID="{8A7E9A38-0069-E54C-9C7F-E9C55CA7C411}" presName="text3" presStyleLbl="fgAcc3" presStyleIdx="5" presStyleCnt="9">
        <dgm:presLayoutVars>
          <dgm:chPref val="3"/>
        </dgm:presLayoutVars>
      </dgm:prSet>
      <dgm:spPr/>
    </dgm:pt>
    <dgm:pt modelId="{E43D8B10-5787-D14E-B9FA-E7D8EE6FDE4F}" type="pres">
      <dgm:prSet presAssocID="{8A7E9A38-0069-E54C-9C7F-E9C55CA7C411}" presName="hierChild4" presStyleCnt="0"/>
      <dgm:spPr/>
    </dgm:pt>
    <dgm:pt modelId="{5F7EDAEE-AFB2-1145-9746-5AE19E9F92D3}" type="pres">
      <dgm:prSet presAssocID="{CDA5780B-21C9-BC4E-83B6-3CDECF37478F}" presName="Name23" presStyleLbl="parChTrans1D4" presStyleIdx="5" presStyleCnt="19"/>
      <dgm:spPr/>
    </dgm:pt>
    <dgm:pt modelId="{F0EA369D-6E0F-574B-A3F0-572551C74A3F}" type="pres">
      <dgm:prSet presAssocID="{5ED8EFDF-8956-064A-9DFB-DCCA28CF5849}" presName="hierRoot4" presStyleCnt="0"/>
      <dgm:spPr/>
    </dgm:pt>
    <dgm:pt modelId="{C25B6143-95B1-264C-97D6-00D6662E4060}" type="pres">
      <dgm:prSet presAssocID="{5ED8EFDF-8956-064A-9DFB-DCCA28CF5849}" presName="composite4" presStyleCnt="0"/>
      <dgm:spPr/>
    </dgm:pt>
    <dgm:pt modelId="{27CAD266-EAE3-2A42-904D-42C85764CE0C}" type="pres">
      <dgm:prSet presAssocID="{5ED8EFDF-8956-064A-9DFB-DCCA28CF5849}" presName="background4" presStyleLbl="node4" presStyleIdx="5" presStyleCnt="19"/>
      <dgm:spPr>
        <a:solidFill>
          <a:schemeClr val="accent5"/>
        </a:solidFill>
      </dgm:spPr>
    </dgm:pt>
    <dgm:pt modelId="{3FFFB191-7A5B-F648-9ADA-E2E297B6B27E}" type="pres">
      <dgm:prSet presAssocID="{5ED8EFDF-8956-064A-9DFB-DCCA28CF5849}" presName="text4" presStyleLbl="fgAcc4" presStyleIdx="5" presStyleCnt="19" custScaleX="123417" custScaleY="143865">
        <dgm:presLayoutVars>
          <dgm:chPref val="3"/>
        </dgm:presLayoutVars>
      </dgm:prSet>
      <dgm:spPr/>
    </dgm:pt>
    <dgm:pt modelId="{D8EBBF63-6A1E-BF47-8620-76A6ADA637B3}" type="pres">
      <dgm:prSet presAssocID="{5ED8EFDF-8956-064A-9DFB-DCCA28CF5849}" presName="hierChild5" presStyleCnt="0"/>
      <dgm:spPr/>
    </dgm:pt>
    <dgm:pt modelId="{059FE831-3934-AA4C-81D9-A1165D6BA533}" type="pres">
      <dgm:prSet presAssocID="{2C280079-523E-834B-ACAF-1472D33814CB}" presName="Name23" presStyleLbl="parChTrans1D4" presStyleIdx="6" presStyleCnt="19"/>
      <dgm:spPr/>
    </dgm:pt>
    <dgm:pt modelId="{E277D6FD-6DCB-5543-93AA-93EA8001A69C}" type="pres">
      <dgm:prSet presAssocID="{D333C4C1-0537-FB48-B774-A687ACA99157}" presName="hierRoot4" presStyleCnt="0"/>
      <dgm:spPr/>
    </dgm:pt>
    <dgm:pt modelId="{5D83A187-D480-4746-BCFA-6A3C92B5A341}" type="pres">
      <dgm:prSet presAssocID="{D333C4C1-0537-FB48-B774-A687ACA99157}" presName="composite4" presStyleCnt="0"/>
      <dgm:spPr/>
    </dgm:pt>
    <dgm:pt modelId="{B98F8870-53AF-2E47-8DC4-D3880E39DAC2}" type="pres">
      <dgm:prSet presAssocID="{D333C4C1-0537-FB48-B774-A687ACA99157}" presName="background4" presStyleLbl="node4" presStyleIdx="6" presStyleCnt="19"/>
      <dgm:spPr>
        <a:solidFill>
          <a:schemeClr val="accent1"/>
        </a:solidFill>
      </dgm:spPr>
    </dgm:pt>
    <dgm:pt modelId="{C600CFF6-A683-1446-81BA-585206CB3A42}" type="pres">
      <dgm:prSet presAssocID="{D333C4C1-0537-FB48-B774-A687ACA99157}" presName="text4" presStyleLbl="fgAcc4" presStyleIdx="6" presStyleCnt="19" custScaleX="114239" custScaleY="421953">
        <dgm:presLayoutVars>
          <dgm:chPref val="3"/>
        </dgm:presLayoutVars>
      </dgm:prSet>
      <dgm:spPr/>
    </dgm:pt>
    <dgm:pt modelId="{A8343A08-0A89-5743-BD27-4D119D91232D}" type="pres">
      <dgm:prSet presAssocID="{D333C4C1-0537-FB48-B774-A687ACA99157}" presName="hierChild5" presStyleCnt="0"/>
      <dgm:spPr/>
    </dgm:pt>
    <dgm:pt modelId="{A50E9863-A52D-9549-A655-6F56C7EA8276}" type="pres">
      <dgm:prSet presAssocID="{13C05AA9-C29E-A441-BA1E-FA81DA491826}" presName="Name23" presStyleLbl="parChTrans1D4" presStyleIdx="7" presStyleCnt="19"/>
      <dgm:spPr/>
    </dgm:pt>
    <dgm:pt modelId="{014B64B1-862B-1F40-8525-ECD3E67D97D9}" type="pres">
      <dgm:prSet presAssocID="{DE5678F3-E484-B34C-A03A-1F29B4C5702D}" presName="hierRoot4" presStyleCnt="0"/>
      <dgm:spPr/>
    </dgm:pt>
    <dgm:pt modelId="{5A66841A-B8BE-E244-99D3-DB1E85E10C35}" type="pres">
      <dgm:prSet presAssocID="{DE5678F3-E484-B34C-A03A-1F29B4C5702D}" presName="composite4" presStyleCnt="0"/>
      <dgm:spPr/>
    </dgm:pt>
    <dgm:pt modelId="{C320C1A5-5933-7346-8BDE-9AEE18EED0D5}" type="pres">
      <dgm:prSet presAssocID="{DE5678F3-E484-B34C-A03A-1F29B4C5702D}" presName="background4" presStyleLbl="node4" presStyleIdx="7" presStyleCnt="19"/>
      <dgm:spPr>
        <a:solidFill>
          <a:schemeClr val="accent1"/>
        </a:solidFill>
      </dgm:spPr>
    </dgm:pt>
    <dgm:pt modelId="{3F869B66-BEF4-EA49-A760-429C1E32A4A8}" type="pres">
      <dgm:prSet presAssocID="{DE5678F3-E484-B34C-A03A-1F29B4C5702D}" presName="text4" presStyleLbl="fgAcc4" presStyleIdx="7" presStyleCnt="19" custScaleX="117185" custScaleY="215206">
        <dgm:presLayoutVars>
          <dgm:chPref val="3"/>
        </dgm:presLayoutVars>
      </dgm:prSet>
      <dgm:spPr/>
    </dgm:pt>
    <dgm:pt modelId="{D5983698-DEAC-0047-BC3F-2C489D8B80B9}" type="pres">
      <dgm:prSet presAssocID="{DE5678F3-E484-B34C-A03A-1F29B4C5702D}" presName="hierChild5" presStyleCnt="0"/>
      <dgm:spPr/>
    </dgm:pt>
    <dgm:pt modelId="{7A5A9C9D-5743-894D-9DC3-3B769CCB28E8}" type="pres">
      <dgm:prSet presAssocID="{E752A000-5711-0F4B-8B5D-326221EFD2A1}" presName="Name23" presStyleLbl="parChTrans1D4" presStyleIdx="8" presStyleCnt="19"/>
      <dgm:spPr/>
    </dgm:pt>
    <dgm:pt modelId="{635B408F-A789-4843-AF4F-742F5C478724}" type="pres">
      <dgm:prSet presAssocID="{C0B1B4C2-CF26-6245-98C7-F52857ED528A}" presName="hierRoot4" presStyleCnt="0"/>
      <dgm:spPr/>
    </dgm:pt>
    <dgm:pt modelId="{5560BF9A-9B6F-1E47-822D-BE50ADE485DF}" type="pres">
      <dgm:prSet presAssocID="{C0B1B4C2-CF26-6245-98C7-F52857ED528A}" presName="composite4" presStyleCnt="0"/>
      <dgm:spPr/>
    </dgm:pt>
    <dgm:pt modelId="{B971B8B7-8197-DF40-94B7-D04DF948C93E}" type="pres">
      <dgm:prSet presAssocID="{C0B1B4C2-CF26-6245-98C7-F52857ED528A}" presName="background4" presStyleLbl="node4" presStyleIdx="8" presStyleCnt="19"/>
      <dgm:spPr>
        <a:solidFill>
          <a:schemeClr val="accent5"/>
        </a:solidFill>
      </dgm:spPr>
    </dgm:pt>
    <dgm:pt modelId="{400D3616-5140-9D4A-B0A6-0608E5978375}" type="pres">
      <dgm:prSet presAssocID="{C0B1B4C2-CF26-6245-98C7-F52857ED528A}" presName="text4" presStyleLbl="fgAcc4" presStyleIdx="8" presStyleCnt="19">
        <dgm:presLayoutVars>
          <dgm:chPref val="3"/>
        </dgm:presLayoutVars>
      </dgm:prSet>
      <dgm:spPr/>
    </dgm:pt>
    <dgm:pt modelId="{94012332-EC24-4549-BD39-17E2E2558455}" type="pres">
      <dgm:prSet presAssocID="{C0B1B4C2-CF26-6245-98C7-F52857ED528A}" presName="hierChild5" presStyleCnt="0"/>
      <dgm:spPr/>
    </dgm:pt>
    <dgm:pt modelId="{FA0C2D16-F044-4174-BC3E-BD8D2BEDA833}" type="pres">
      <dgm:prSet presAssocID="{FA165CA1-1599-4E2B-8D5B-78D4044B924E}" presName="Name23" presStyleLbl="parChTrans1D4" presStyleIdx="9" presStyleCnt="19"/>
      <dgm:spPr/>
    </dgm:pt>
    <dgm:pt modelId="{27F4C7F6-BAE1-4D95-83C9-98D6221E1AC8}" type="pres">
      <dgm:prSet presAssocID="{24DA2C2C-94E2-4CAF-9586-45144CCB8FAA}" presName="hierRoot4" presStyleCnt="0"/>
      <dgm:spPr/>
    </dgm:pt>
    <dgm:pt modelId="{2214666E-55FA-4F6E-BBE7-963F0247DC3F}" type="pres">
      <dgm:prSet presAssocID="{24DA2C2C-94E2-4CAF-9586-45144CCB8FAA}" presName="composite4" presStyleCnt="0"/>
      <dgm:spPr/>
    </dgm:pt>
    <dgm:pt modelId="{057678B6-340D-4BF6-821D-919B3577312B}" type="pres">
      <dgm:prSet presAssocID="{24DA2C2C-94E2-4CAF-9586-45144CCB8FAA}" presName="background4" presStyleLbl="node4" presStyleIdx="9" presStyleCnt="19"/>
      <dgm:spPr/>
    </dgm:pt>
    <dgm:pt modelId="{CA33249C-C81B-41FA-9DD8-2A0DA132C00E}" type="pres">
      <dgm:prSet presAssocID="{24DA2C2C-94E2-4CAF-9586-45144CCB8FAA}" presName="text4" presStyleLbl="fgAcc4" presStyleIdx="9" presStyleCnt="19">
        <dgm:presLayoutVars>
          <dgm:chPref val="3"/>
        </dgm:presLayoutVars>
      </dgm:prSet>
      <dgm:spPr/>
    </dgm:pt>
    <dgm:pt modelId="{5A6F606E-416A-45F5-8B80-C4066E951239}" type="pres">
      <dgm:prSet presAssocID="{24DA2C2C-94E2-4CAF-9586-45144CCB8FAA}" presName="hierChild5" presStyleCnt="0"/>
      <dgm:spPr/>
    </dgm:pt>
    <dgm:pt modelId="{67500F1C-4A2F-4EAC-89DB-DE2CEE3F0727}" type="pres">
      <dgm:prSet presAssocID="{7A061E14-606E-4788-86AC-639BC1AFE714}" presName="Name23" presStyleLbl="parChTrans1D4" presStyleIdx="10" presStyleCnt="19"/>
      <dgm:spPr/>
    </dgm:pt>
    <dgm:pt modelId="{B8A7FD9A-AD7B-48ED-A07B-B8C15B5A0F3A}" type="pres">
      <dgm:prSet presAssocID="{2B84BD2D-0BA5-4F3B-82EC-E49D432AA23F}" presName="hierRoot4" presStyleCnt="0"/>
      <dgm:spPr/>
    </dgm:pt>
    <dgm:pt modelId="{44A10004-6DE9-4821-B253-39FB8F332141}" type="pres">
      <dgm:prSet presAssocID="{2B84BD2D-0BA5-4F3B-82EC-E49D432AA23F}" presName="composite4" presStyleCnt="0"/>
      <dgm:spPr/>
    </dgm:pt>
    <dgm:pt modelId="{C16A4362-9893-45E7-8F16-BC6AB0DCE51D}" type="pres">
      <dgm:prSet presAssocID="{2B84BD2D-0BA5-4F3B-82EC-E49D432AA23F}" presName="background4" presStyleLbl="node4" presStyleIdx="10" presStyleCnt="19"/>
      <dgm:spPr/>
    </dgm:pt>
    <dgm:pt modelId="{7A607247-EAEC-4E15-888D-B7AA57EA84DB}" type="pres">
      <dgm:prSet presAssocID="{2B84BD2D-0BA5-4F3B-82EC-E49D432AA23F}" presName="text4" presStyleLbl="fgAcc4" presStyleIdx="10" presStyleCnt="19">
        <dgm:presLayoutVars>
          <dgm:chPref val="3"/>
        </dgm:presLayoutVars>
      </dgm:prSet>
      <dgm:spPr/>
    </dgm:pt>
    <dgm:pt modelId="{6D03B4E1-D6AD-4416-A703-A5C265CB888E}" type="pres">
      <dgm:prSet presAssocID="{2B84BD2D-0BA5-4F3B-82EC-E49D432AA23F}" presName="hierChild5" presStyleCnt="0"/>
      <dgm:spPr/>
    </dgm:pt>
    <dgm:pt modelId="{363CB994-25D6-3343-8FF2-3F44D7B39F3E}" type="pres">
      <dgm:prSet presAssocID="{86FF38A3-C483-214F-985A-8D30B54EDF81}" presName="Name17" presStyleLbl="parChTrans1D3" presStyleIdx="6" presStyleCnt="9"/>
      <dgm:spPr/>
    </dgm:pt>
    <dgm:pt modelId="{0517C462-0F20-474A-999F-2275B7CA1B26}" type="pres">
      <dgm:prSet presAssocID="{7A85E6ED-B8E9-284E-8BEF-F3C0C778F5C0}" presName="hierRoot3" presStyleCnt="0"/>
      <dgm:spPr/>
    </dgm:pt>
    <dgm:pt modelId="{53C3B555-F63D-CE45-9843-C980835FEDF2}" type="pres">
      <dgm:prSet presAssocID="{7A85E6ED-B8E9-284E-8BEF-F3C0C778F5C0}" presName="composite3" presStyleCnt="0"/>
      <dgm:spPr/>
    </dgm:pt>
    <dgm:pt modelId="{6D5BA4A2-8D20-0449-9E98-F0EF444A63FB}" type="pres">
      <dgm:prSet presAssocID="{7A85E6ED-B8E9-284E-8BEF-F3C0C778F5C0}" presName="background3" presStyleLbl="node3" presStyleIdx="6" presStyleCnt="9"/>
      <dgm:spPr>
        <a:solidFill>
          <a:schemeClr val="accent6"/>
        </a:solidFill>
      </dgm:spPr>
    </dgm:pt>
    <dgm:pt modelId="{FBAACFE0-43C6-F245-ADA4-A9A35786F27A}" type="pres">
      <dgm:prSet presAssocID="{7A85E6ED-B8E9-284E-8BEF-F3C0C778F5C0}" presName="text3" presStyleLbl="fgAcc3" presStyleIdx="6" presStyleCnt="9">
        <dgm:presLayoutVars>
          <dgm:chPref val="3"/>
        </dgm:presLayoutVars>
      </dgm:prSet>
      <dgm:spPr/>
    </dgm:pt>
    <dgm:pt modelId="{7131125B-E55F-734E-8098-71DEBEEDCC5A}" type="pres">
      <dgm:prSet presAssocID="{7A85E6ED-B8E9-284E-8BEF-F3C0C778F5C0}" presName="hierChild4" presStyleCnt="0"/>
      <dgm:spPr/>
    </dgm:pt>
    <dgm:pt modelId="{5408A212-47CD-4D46-8FAB-27B848FD240A}" type="pres">
      <dgm:prSet presAssocID="{233303ED-F262-ED4B-9232-A7532CC4AECE}" presName="Name23" presStyleLbl="parChTrans1D4" presStyleIdx="11" presStyleCnt="19"/>
      <dgm:spPr/>
    </dgm:pt>
    <dgm:pt modelId="{6DA1E2AD-2C79-CF4A-BF8F-DDC4BC3E8328}" type="pres">
      <dgm:prSet presAssocID="{9D68368C-33AA-1644-80E4-398208A2C6F0}" presName="hierRoot4" presStyleCnt="0"/>
      <dgm:spPr/>
    </dgm:pt>
    <dgm:pt modelId="{B9EA2B61-DBD5-A141-BC4B-993F0F3A5C66}" type="pres">
      <dgm:prSet presAssocID="{9D68368C-33AA-1644-80E4-398208A2C6F0}" presName="composite4" presStyleCnt="0"/>
      <dgm:spPr/>
    </dgm:pt>
    <dgm:pt modelId="{F7A0C49C-47A1-134D-818D-55E7FE493CB6}" type="pres">
      <dgm:prSet presAssocID="{9D68368C-33AA-1644-80E4-398208A2C6F0}" presName="background4" presStyleLbl="node4" presStyleIdx="11" presStyleCnt="19"/>
      <dgm:spPr>
        <a:solidFill>
          <a:schemeClr val="accent5"/>
        </a:solidFill>
      </dgm:spPr>
    </dgm:pt>
    <dgm:pt modelId="{37EEB28E-EED4-3D42-B6E7-4F1F94EEB9B5}" type="pres">
      <dgm:prSet presAssocID="{9D68368C-33AA-1644-80E4-398208A2C6F0}" presName="text4" presStyleLbl="fgAcc4" presStyleIdx="11" presStyleCnt="19">
        <dgm:presLayoutVars>
          <dgm:chPref val="3"/>
        </dgm:presLayoutVars>
      </dgm:prSet>
      <dgm:spPr/>
    </dgm:pt>
    <dgm:pt modelId="{5495DD1B-8F92-3E46-8B7A-A4A0FD3EC739}" type="pres">
      <dgm:prSet presAssocID="{9D68368C-33AA-1644-80E4-398208A2C6F0}" presName="hierChild5" presStyleCnt="0"/>
      <dgm:spPr/>
    </dgm:pt>
    <dgm:pt modelId="{337060B7-D3D4-F94E-B389-33AFD88D6377}" type="pres">
      <dgm:prSet presAssocID="{3C4B69D1-D6CE-7142-B782-AC33E8916659}" presName="Name23" presStyleLbl="parChTrans1D4" presStyleIdx="12" presStyleCnt="19"/>
      <dgm:spPr/>
    </dgm:pt>
    <dgm:pt modelId="{B2F0B8DB-094A-CE48-B70D-2EB4DA5FD022}" type="pres">
      <dgm:prSet presAssocID="{2E5B166C-9F1A-1A40-BE57-97EA2A4F71E6}" presName="hierRoot4" presStyleCnt="0"/>
      <dgm:spPr/>
    </dgm:pt>
    <dgm:pt modelId="{BFAF98AD-2BE9-C045-9DC6-545127F0E7BF}" type="pres">
      <dgm:prSet presAssocID="{2E5B166C-9F1A-1A40-BE57-97EA2A4F71E6}" presName="composite4" presStyleCnt="0"/>
      <dgm:spPr/>
    </dgm:pt>
    <dgm:pt modelId="{2CCD2003-1084-6E45-A16F-8DD22C2F3363}" type="pres">
      <dgm:prSet presAssocID="{2E5B166C-9F1A-1A40-BE57-97EA2A4F71E6}" presName="background4" presStyleLbl="node4" presStyleIdx="12" presStyleCnt="19"/>
      <dgm:spPr>
        <a:solidFill>
          <a:schemeClr val="accent1"/>
        </a:solidFill>
      </dgm:spPr>
    </dgm:pt>
    <dgm:pt modelId="{9870B9CA-F9A5-4E43-AED1-DF454225F6BE}" type="pres">
      <dgm:prSet presAssocID="{2E5B166C-9F1A-1A40-BE57-97EA2A4F71E6}" presName="text4" presStyleLbl="fgAcc4" presStyleIdx="12" presStyleCnt="19" custScaleX="130640" custScaleY="174322">
        <dgm:presLayoutVars>
          <dgm:chPref val="3"/>
        </dgm:presLayoutVars>
      </dgm:prSet>
      <dgm:spPr/>
    </dgm:pt>
    <dgm:pt modelId="{595335F3-78A3-4D46-9FAE-0177047895A2}" type="pres">
      <dgm:prSet presAssocID="{2E5B166C-9F1A-1A40-BE57-97EA2A4F71E6}" presName="hierChild5" presStyleCnt="0"/>
      <dgm:spPr/>
    </dgm:pt>
    <dgm:pt modelId="{F2409E12-FE7E-0B40-8ED9-46993E014F7D}" type="pres">
      <dgm:prSet presAssocID="{6E9D28A9-0202-6B41-9DE6-9B3EADC17B28}" presName="Name23" presStyleLbl="parChTrans1D4" presStyleIdx="13" presStyleCnt="19"/>
      <dgm:spPr/>
    </dgm:pt>
    <dgm:pt modelId="{5C727061-6ECD-0646-8CB9-1ECA039C7992}" type="pres">
      <dgm:prSet presAssocID="{168E6C2B-590B-9741-AD46-A772950FDC0B}" presName="hierRoot4" presStyleCnt="0"/>
      <dgm:spPr/>
    </dgm:pt>
    <dgm:pt modelId="{E687696C-B94D-AB46-B894-EAC5BA9F2A3B}" type="pres">
      <dgm:prSet presAssocID="{168E6C2B-590B-9741-AD46-A772950FDC0B}" presName="composite4" presStyleCnt="0"/>
      <dgm:spPr/>
    </dgm:pt>
    <dgm:pt modelId="{79156C9E-B7D6-044E-BDFF-0A9B633EEE56}" type="pres">
      <dgm:prSet presAssocID="{168E6C2B-590B-9741-AD46-A772950FDC0B}" presName="background4" presStyleLbl="node4" presStyleIdx="13" presStyleCnt="19"/>
      <dgm:spPr>
        <a:solidFill>
          <a:schemeClr val="accent1"/>
        </a:solidFill>
      </dgm:spPr>
    </dgm:pt>
    <dgm:pt modelId="{5735B7E3-EFC1-2649-A353-6DA6C57BE7F2}" type="pres">
      <dgm:prSet presAssocID="{168E6C2B-590B-9741-AD46-A772950FDC0B}" presName="text4" presStyleLbl="fgAcc4" presStyleIdx="13" presStyleCnt="19" custScaleY="303974">
        <dgm:presLayoutVars>
          <dgm:chPref val="3"/>
        </dgm:presLayoutVars>
      </dgm:prSet>
      <dgm:spPr/>
    </dgm:pt>
    <dgm:pt modelId="{878E7CB4-370B-C24B-95F9-B0A6FDC29E0C}" type="pres">
      <dgm:prSet presAssocID="{168E6C2B-590B-9741-AD46-A772950FDC0B}" presName="hierChild5" presStyleCnt="0"/>
      <dgm:spPr/>
    </dgm:pt>
    <dgm:pt modelId="{F693BDAA-9A8E-FC45-932B-DEA151ED6822}" type="pres">
      <dgm:prSet presAssocID="{D029E1B0-002C-1E4F-B8C4-E8D784F7075D}" presName="Name23" presStyleLbl="parChTrans1D4" presStyleIdx="14" presStyleCnt="19"/>
      <dgm:spPr/>
    </dgm:pt>
    <dgm:pt modelId="{6650A149-B299-6E43-961A-E2FE500539D9}" type="pres">
      <dgm:prSet presAssocID="{5F667AE8-046B-E44C-AE01-855B5A32DC04}" presName="hierRoot4" presStyleCnt="0"/>
      <dgm:spPr/>
    </dgm:pt>
    <dgm:pt modelId="{213DB7BE-979D-2E4D-8A13-5430705A0393}" type="pres">
      <dgm:prSet presAssocID="{5F667AE8-046B-E44C-AE01-855B5A32DC04}" presName="composite4" presStyleCnt="0"/>
      <dgm:spPr/>
    </dgm:pt>
    <dgm:pt modelId="{C19139E1-A0BD-5B49-997C-3539729C0F4B}" type="pres">
      <dgm:prSet presAssocID="{5F667AE8-046B-E44C-AE01-855B5A32DC04}" presName="background4" presStyleLbl="node4" presStyleIdx="14" presStyleCnt="19"/>
      <dgm:spPr>
        <a:solidFill>
          <a:schemeClr val="accent1"/>
        </a:solidFill>
      </dgm:spPr>
    </dgm:pt>
    <dgm:pt modelId="{83C2F6A7-B8DB-EA4F-8B79-DB7C685DAB41}" type="pres">
      <dgm:prSet presAssocID="{5F667AE8-046B-E44C-AE01-855B5A32DC04}" presName="text4" presStyleLbl="fgAcc4" presStyleIdx="14" presStyleCnt="19" custScaleY="241673">
        <dgm:presLayoutVars>
          <dgm:chPref val="3"/>
        </dgm:presLayoutVars>
      </dgm:prSet>
      <dgm:spPr/>
    </dgm:pt>
    <dgm:pt modelId="{1A519290-889C-734F-BEF1-6FBA89657A64}" type="pres">
      <dgm:prSet presAssocID="{5F667AE8-046B-E44C-AE01-855B5A32DC04}" presName="hierChild5" presStyleCnt="0"/>
      <dgm:spPr/>
    </dgm:pt>
    <dgm:pt modelId="{8BBCA62D-46DF-DA41-A721-B30D64F12F51}" type="pres">
      <dgm:prSet presAssocID="{B404269D-E280-B244-8985-C3EF359E4401}" presName="Name23" presStyleLbl="parChTrans1D4" presStyleIdx="15" presStyleCnt="19"/>
      <dgm:spPr/>
    </dgm:pt>
    <dgm:pt modelId="{B9830C9A-D20E-564A-A78F-221D5A7BDEDF}" type="pres">
      <dgm:prSet presAssocID="{8914F4E6-8F5A-A647-9AC4-5F23D5F3067F}" presName="hierRoot4" presStyleCnt="0"/>
      <dgm:spPr/>
    </dgm:pt>
    <dgm:pt modelId="{A049ED82-7D17-4E4B-801C-7ED2DA9C02C1}" type="pres">
      <dgm:prSet presAssocID="{8914F4E6-8F5A-A647-9AC4-5F23D5F3067F}" presName="composite4" presStyleCnt="0"/>
      <dgm:spPr/>
    </dgm:pt>
    <dgm:pt modelId="{7BC15EF3-0DDB-9343-A8E7-056233817092}" type="pres">
      <dgm:prSet presAssocID="{8914F4E6-8F5A-A647-9AC4-5F23D5F3067F}" presName="background4" presStyleLbl="node4" presStyleIdx="15" presStyleCnt="19"/>
      <dgm:spPr>
        <a:solidFill>
          <a:schemeClr val="accent1"/>
        </a:solidFill>
      </dgm:spPr>
    </dgm:pt>
    <dgm:pt modelId="{83794B4D-0647-C949-BFC8-EF70C9EBF151}" type="pres">
      <dgm:prSet presAssocID="{8914F4E6-8F5A-A647-9AC4-5F23D5F3067F}" presName="text4" presStyleLbl="fgAcc4" presStyleIdx="15" presStyleCnt="19" custScaleY="279713">
        <dgm:presLayoutVars>
          <dgm:chPref val="3"/>
        </dgm:presLayoutVars>
      </dgm:prSet>
      <dgm:spPr/>
    </dgm:pt>
    <dgm:pt modelId="{76898DF3-9D6D-1B4C-A727-8F00CFE2E6C5}" type="pres">
      <dgm:prSet presAssocID="{8914F4E6-8F5A-A647-9AC4-5F23D5F3067F}" presName="hierChild5" presStyleCnt="0"/>
      <dgm:spPr/>
    </dgm:pt>
    <dgm:pt modelId="{77F42F33-237C-4D9A-BAC1-A22FF11D6971}" type="pres">
      <dgm:prSet presAssocID="{9E493F4F-65E3-4D16-BB8D-9AEBA6039469}" presName="Name23" presStyleLbl="parChTrans1D4" presStyleIdx="16" presStyleCnt="19"/>
      <dgm:spPr/>
    </dgm:pt>
    <dgm:pt modelId="{E147F031-D420-4594-8122-8E6E2DAEB463}" type="pres">
      <dgm:prSet presAssocID="{26F10BD7-4CD3-4634-AFDE-24929CFB6599}" presName="hierRoot4" presStyleCnt="0"/>
      <dgm:spPr/>
    </dgm:pt>
    <dgm:pt modelId="{99B6EDA7-D1C3-4F31-8E8B-7DA290E91057}" type="pres">
      <dgm:prSet presAssocID="{26F10BD7-4CD3-4634-AFDE-24929CFB6599}" presName="composite4" presStyleCnt="0"/>
      <dgm:spPr/>
    </dgm:pt>
    <dgm:pt modelId="{77224110-AFFD-4E72-A7C1-4BF908A783FD}" type="pres">
      <dgm:prSet presAssocID="{26F10BD7-4CD3-4634-AFDE-24929CFB6599}" presName="background4" presStyleLbl="node4" presStyleIdx="16" presStyleCnt="19"/>
      <dgm:spPr/>
    </dgm:pt>
    <dgm:pt modelId="{0206E494-E5FF-43A9-BF9C-A4F64E79364C}" type="pres">
      <dgm:prSet presAssocID="{26F10BD7-4CD3-4634-AFDE-24929CFB6599}" presName="text4" presStyleLbl="fgAcc4" presStyleIdx="16" presStyleCnt="19">
        <dgm:presLayoutVars>
          <dgm:chPref val="3"/>
        </dgm:presLayoutVars>
      </dgm:prSet>
      <dgm:spPr/>
    </dgm:pt>
    <dgm:pt modelId="{9F30C2F0-689B-430D-A817-302F70CFC4B0}" type="pres">
      <dgm:prSet presAssocID="{26F10BD7-4CD3-4634-AFDE-24929CFB6599}" presName="hierChild5" presStyleCnt="0"/>
      <dgm:spPr/>
    </dgm:pt>
    <dgm:pt modelId="{43D9AB69-36F0-4FA9-9F5C-2AE0DB9A515D}" type="pres">
      <dgm:prSet presAssocID="{E4F75243-18C1-41EA-A06A-FAD8233EF401}" presName="Name23" presStyleLbl="parChTrans1D4" presStyleIdx="17" presStyleCnt="19"/>
      <dgm:spPr/>
    </dgm:pt>
    <dgm:pt modelId="{771F8909-FE65-43E8-BB77-32BEF9AB232B}" type="pres">
      <dgm:prSet presAssocID="{97240E9B-C03B-42B2-ACD3-8112789E014B}" presName="hierRoot4" presStyleCnt="0"/>
      <dgm:spPr/>
    </dgm:pt>
    <dgm:pt modelId="{72392F63-065D-4975-B2B2-1B335000C9B9}" type="pres">
      <dgm:prSet presAssocID="{97240E9B-C03B-42B2-ACD3-8112789E014B}" presName="composite4" presStyleCnt="0"/>
      <dgm:spPr/>
    </dgm:pt>
    <dgm:pt modelId="{65430388-81C5-4873-A3D1-D4F3ADAEBF1E}" type="pres">
      <dgm:prSet presAssocID="{97240E9B-C03B-42B2-ACD3-8112789E014B}" presName="background4" presStyleLbl="node4" presStyleIdx="17" presStyleCnt="19"/>
      <dgm:spPr/>
    </dgm:pt>
    <dgm:pt modelId="{CFB74E32-2F03-4B0D-87F5-FAD557C38A76}" type="pres">
      <dgm:prSet presAssocID="{97240E9B-C03B-42B2-ACD3-8112789E014B}" presName="text4" presStyleLbl="fgAcc4" presStyleIdx="17" presStyleCnt="19">
        <dgm:presLayoutVars>
          <dgm:chPref val="3"/>
        </dgm:presLayoutVars>
      </dgm:prSet>
      <dgm:spPr/>
    </dgm:pt>
    <dgm:pt modelId="{2D8F5692-5F3C-4E62-AA5B-E566375667C7}" type="pres">
      <dgm:prSet presAssocID="{97240E9B-C03B-42B2-ACD3-8112789E014B}" presName="hierChild5" presStyleCnt="0"/>
      <dgm:spPr/>
    </dgm:pt>
    <dgm:pt modelId="{F231F884-6F5B-C848-BBFF-43A5940A956B}" type="pres">
      <dgm:prSet presAssocID="{F16FF941-90DF-5F41-878C-0883EADCDDD3}" presName="Name17" presStyleLbl="parChTrans1D3" presStyleIdx="7" presStyleCnt="9"/>
      <dgm:spPr/>
    </dgm:pt>
    <dgm:pt modelId="{FC86AE72-0A82-8C4B-A673-7708904C4EEF}" type="pres">
      <dgm:prSet presAssocID="{3E0002A5-03D5-114A-9781-6C090D0BE78D}" presName="hierRoot3" presStyleCnt="0"/>
      <dgm:spPr/>
    </dgm:pt>
    <dgm:pt modelId="{BC1B8EAF-2F18-E24D-BD86-0D90C97FA9EF}" type="pres">
      <dgm:prSet presAssocID="{3E0002A5-03D5-114A-9781-6C090D0BE78D}" presName="composite3" presStyleCnt="0"/>
      <dgm:spPr/>
    </dgm:pt>
    <dgm:pt modelId="{5F730CFB-B1DC-214D-A699-48CA2DB8DCBA}" type="pres">
      <dgm:prSet presAssocID="{3E0002A5-03D5-114A-9781-6C090D0BE78D}" presName="background3" presStyleLbl="node3" presStyleIdx="7" presStyleCnt="9"/>
      <dgm:spPr>
        <a:solidFill>
          <a:schemeClr val="accent6"/>
        </a:solidFill>
      </dgm:spPr>
    </dgm:pt>
    <dgm:pt modelId="{704FCE75-65B4-4940-8049-21723A96BD6C}" type="pres">
      <dgm:prSet presAssocID="{3E0002A5-03D5-114A-9781-6C090D0BE78D}" presName="text3" presStyleLbl="fgAcc3" presStyleIdx="7" presStyleCnt="9">
        <dgm:presLayoutVars>
          <dgm:chPref val="3"/>
        </dgm:presLayoutVars>
      </dgm:prSet>
      <dgm:spPr/>
    </dgm:pt>
    <dgm:pt modelId="{95DCBAF7-C96D-DD4C-8429-68EFDDF57072}" type="pres">
      <dgm:prSet presAssocID="{3E0002A5-03D5-114A-9781-6C090D0BE78D}" presName="hierChild4" presStyleCnt="0"/>
      <dgm:spPr/>
    </dgm:pt>
    <dgm:pt modelId="{CB170625-B302-E140-98D5-E17132BB5541}" type="pres">
      <dgm:prSet presAssocID="{3A23F63D-F775-FA45-9A86-1830CB0473EB}" presName="Name23" presStyleLbl="parChTrans1D4" presStyleIdx="18" presStyleCnt="19"/>
      <dgm:spPr/>
    </dgm:pt>
    <dgm:pt modelId="{E2BBE2FF-B979-4D4B-9A15-C7828622EFAA}" type="pres">
      <dgm:prSet presAssocID="{D68BBA40-1F9F-C24D-BB19-710FF1013F30}" presName="hierRoot4" presStyleCnt="0"/>
      <dgm:spPr/>
    </dgm:pt>
    <dgm:pt modelId="{2B818E21-30EF-4244-B79C-F797BB845B67}" type="pres">
      <dgm:prSet presAssocID="{D68BBA40-1F9F-C24D-BB19-710FF1013F30}" presName="composite4" presStyleCnt="0"/>
      <dgm:spPr/>
    </dgm:pt>
    <dgm:pt modelId="{2DCC3036-0B92-6C48-918D-7A4A72D3008D}" type="pres">
      <dgm:prSet presAssocID="{D68BBA40-1F9F-C24D-BB19-710FF1013F30}" presName="background4" presStyleLbl="node4" presStyleIdx="18" presStyleCnt="19"/>
      <dgm:spPr>
        <a:solidFill>
          <a:schemeClr val="accent5"/>
        </a:solidFill>
      </dgm:spPr>
    </dgm:pt>
    <dgm:pt modelId="{199134CF-3476-EF4E-BA54-83810A8EDF1A}" type="pres">
      <dgm:prSet presAssocID="{D68BBA40-1F9F-C24D-BB19-710FF1013F30}" presName="text4" presStyleLbl="fgAcc4" presStyleIdx="18" presStyleCnt="19" custScaleX="182744" custScaleY="157641">
        <dgm:presLayoutVars>
          <dgm:chPref val="3"/>
        </dgm:presLayoutVars>
      </dgm:prSet>
      <dgm:spPr/>
    </dgm:pt>
    <dgm:pt modelId="{313DDD89-4E21-8248-B4D4-275E06983B01}" type="pres">
      <dgm:prSet presAssocID="{D68BBA40-1F9F-C24D-BB19-710FF1013F30}" presName="hierChild5" presStyleCnt="0"/>
      <dgm:spPr/>
    </dgm:pt>
    <dgm:pt modelId="{7E10B0DA-187E-374C-A6AE-91CED635F384}" type="pres">
      <dgm:prSet presAssocID="{11A7F51E-264B-AE48-B5DB-DBB3BAC5164B}" presName="Name10" presStyleLbl="parChTrans1D2" presStyleIdx="3" presStyleCnt="4"/>
      <dgm:spPr/>
    </dgm:pt>
    <dgm:pt modelId="{475CDCC4-99E6-AE40-993A-80ACB08444B9}" type="pres">
      <dgm:prSet presAssocID="{364C3A0C-E45B-3E48-9CE5-9EB4D5E291A3}" presName="hierRoot2" presStyleCnt="0"/>
      <dgm:spPr/>
    </dgm:pt>
    <dgm:pt modelId="{80632959-F26E-0F42-B83D-0CD745A56344}" type="pres">
      <dgm:prSet presAssocID="{364C3A0C-E45B-3E48-9CE5-9EB4D5E291A3}" presName="composite2" presStyleCnt="0"/>
      <dgm:spPr/>
    </dgm:pt>
    <dgm:pt modelId="{C6889B4A-A1C3-AE4F-B359-EDC34D071562}" type="pres">
      <dgm:prSet presAssocID="{364C3A0C-E45B-3E48-9CE5-9EB4D5E291A3}" presName="background2" presStyleLbl="node2" presStyleIdx="3" presStyleCnt="4"/>
      <dgm:spPr/>
    </dgm:pt>
    <dgm:pt modelId="{C7BFB9AC-490D-684C-AD05-725FCA559179}" type="pres">
      <dgm:prSet presAssocID="{364C3A0C-E45B-3E48-9CE5-9EB4D5E291A3}" presName="text2" presStyleLbl="fgAcc2" presStyleIdx="3" presStyleCnt="4" custScaleX="131380" custScaleY="151752">
        <dgm:presLayoutVars>
          <dgm:chPref val="3"/>
        </dgm:presLayoutVars>
      </dgm:prSet>
      <dgm:spPr/>
    </dgm:pt>
    <dgm:pt modelId="{2F49A084-5E89-8544-B0F0-F8BF8ECA93ED}" type="pres">
      <dgm:prSet presAssocID="{364C3A0C-E45B-3E48-9CE5-9EB4D5E291A3}" presName="hierChild3" presStyleCnt="0"/>
      <dgm:spPr/>
    </dgm:pt>
    <dgm:pt modelId="{2E414492-F43C-AA49-B51E-0ED6D0144652}" type="pres">
      <dgm:prSet presAssocID="{C048921F-4EB1-284C-AA0A-60D6AD5FBA44}" presName="Name17" presStyleLbl="parChTrans1D3" presStyleIdx="8" presStyleCnt="9"/>
      <dgm:spPr/>
    </dgm:pt>
    <dgm:pt modelId="{5525D7C2-81E4-FF4B-8B4D-0E636E9F643E}" type="pres">
      <dgm:prSet presAssocID="{089FD83E-6928-1E43-95D3-124D5441D173}" presName="hierRoot3" presStyleCnt="0"/>
      <dgm:spPr/>
    </dgm:pt>
    <dgm:pt modelId="{4F3A0766-3C68-594C-B679-35737288BD93}" type="pres">
      <dgm:prSet presAssocID="{089FD83E-6928-1E43-95D3-124D5441D173}" presName="composite3" presStyleCnt="0"/>
      <dgm:spPr/>
    </dgm:pt>
    <dgm:pt modelId="{1A666A08-3657-A346-BA52-88A9FB0BBAAD}" type="pres">
      <dgm:prSet presAssocID="{089FD83E-6928-1E43-95D3-124D5441D173}" presName="background3" presStyleLbl="node3" presStyleIdx="8" presStyleCnt="9"/>
      <dgm:spPr/>
    </dgm:pt>
    <dgm:pt modelId="{9667A29C-175F-3046-887F-2D268E592584}" type="pres">
      <dgm:prSet presAssocID="{089FD83E-6928-1E43-95D3-124D5441D173}" presName="text3" presStyleLbl="fgAcc3" presStyleIdx="8" presStyleCnt="9" custScaleX="129086" custScaleY="471021">
        <dgm:presLayoutVars>
          <dgm:chPref val="3"/>
        </dgm:presLayoutVars>
      </dgm:prSet>
      <dgm:spPr/>
    </dgm:pt>
    <dgm:pt modelId="{45A4F0D0-5A7C-A742-8F1A-1BE1A94228D5}" type="pres">
      <dgm:prSet presAssocID="{089FD83E-6928-1E43-95D3-124D5441D173}" presName="hierChild4" presStyleCnt="0"/>
      <dgm:spPr/>
    </dgm:pt>
  </dgm:ptLst>
  <dgm:cxnLst>
    <dgm:cxn modelId="{C6889601-70FA-4F4C-873F-CE2D793D0D26}" srcId="{7634EBF5-E466-1B4A-B6D3-3F4B45B7606D}" destId="{948430BE-5578-4F9E-BADD-03E2AC6A18CC}" srcOrd="0" destOrd="0" parTransId="{B50BBA56-A65D-475E-8F6E-C7006E6E1746}" sibTransId="{9B7EE019-FE7C-46E0-9BAE-EE99CC586F48}"/>
    <dgm:cxn modelId="{B7123702-C4A0-1F47-95DA-DEE6D88184FD}" srcId="{9D68368C-33AA-1644-80E4-398208A2C6F0}" destId="{2E5B166C-9F1A-1A40-BE57-97EA2A4F71E6}" srcOrd="0" destOrd="0" parTransId="{3C4B69D1-D6CE-7142-B782-AC33E8916659}" sibTransId="{2CF3B4AA-7C11-2546-98DE-F3AAC32AAF14}"/>
    <dgm:cxn modelId="{7E241B07-F741-4817-942B-3264D3AC4C1F}" type="presOf" srcId="{19D8E85A-EF28-1042-9B35-665A12874640}" destId="{564C0382-73AB-AD40-BC20-ACDA75959C27}" srcOrd="0" destOrd="0" presId="urn:microsoft.com/office/officeart/2005/8/layout/hierarchy1"/>
    <dgm:cxn modelId="{4BDA6B09-5160-9E45-8B87-B39B4C7AEB30}" srcId="{7A85E6ED-B8E9-284E-8BEF-F3C0C778F5C0}" destId="{9D68368C-33AA-1644-80E4-398208A2C6F0}" srcOrd="0" destOrd="0" parTransId="{233303ED-F262-ED4B-9232-A7532CC4AECE}" sibTransId="{756363D6-F4EB-B243-ACB9-ABC2AB783F36}"/>
    <dgm:cxn modelId="{A2AB240B-05FD-4B72-8CD9-B8DFF2664005}" type="presOf" srcId="{5F667AE8-046B-E44C-AE01-855B5A32DC04}" destId="{83C2F6A7-B8DB-EA4F-8B79-DB7C685DAB41}" srcOrd="0" destOrd="0" presId="urn:microsoft.com/office/officeart/2005/8/layout/hierarchy1"/>
    <dgm:cxn modelId="{0D5AA30D-CA71-9A44-B08F-E9CA720D8700}" srcId="{7835FD59-B514-0B47-B7B8-0983910456A6}" destId="{364C3A0C-E45B-3E48-9CE5-9EB4D5E291A3}" srcOrd="3" destOrd="0" parTransId="{11A7F51E-264B-AE48-B5DB-DBB3BAC5164B}" sibTransId="{D22C77A0-634A-E847-ACBE-C8CABEE39F57}"/>
    <dgm:cxn modelId="{30613410-53B4-4902-B189-FC98427A06BD}" type="presOf" srcId="{E4F75243-18C1-41EA-A06A-FAD8233EF401}" destId="{43D9AB69-36F0-4FA9-9F5C-2AE0DB9A515D}" srcOrd="0" destOrd="0" presId="urn:microsoft.com/office/officeart/2005/8/layout/hierarchy1"/>
    <dgm:cxn modelId="{271DF611-47BC-463B-8965-ECEE59645FC2}" type="presOf" srcId="{8914F4E6-8F5A-A647-9AC4-5F23D5F3067F}" destId="{83794B4D-0647-C949-BFC8-EF70C9EBF151}" srcOrd="0" destOrd="0" presId="urn:microsoft.com/office/officeart/2005/8/layout/hierarchy1"/>
    <dgm:cxn modelId="{C82A3814-9CE7-4610-A500-C24D41EA2F03}" type="presOf" srcId="{97240E9B-C03B-42B2-ACD3-8112789E014B}" destId="{CFB74E32-2F03-4B0D-87F5-FAD557C38A76}" srcOrd="0" destOrd="0" presId="urn:microsoft.com/office/officeart/2005/8/layout/hierarchy1"/>
    <dgm:cxn modelId="{65C77914-C3BD-CC48-B55D-55BE1013A579}" srcId="{1BC165AB-B879-6E45-BE42-9DB85E468E5E}" destId="{3E0002A5-03D5-114A-9781-6C090D0BE78D}" srcOrd="2" destOrd="0" parTransId="{F16FF941-90DF-5F41-878C-0883EADCDDD3}" sibTransId="{EF95B67C-7088-4D4F-B98D-504BD6CF5E06}"/>
    <dgm:cxn modelId="{0ACC7D15-3F45-4186-B0C1-64C4114209AC}" type="presOf" srcId="{3E0002A5-03D5-114A-9781-6C090D0BE78D}" destId="{704FCE75-65B4-4940-8049-21723A96BD6C}" srcOrd="0" destOrd="0" presId="urn:microsoft.com/office/officeart/2005/8/layout/hierarchy1"/>
    <dgm:cxn modelId="{2DB85217-59D7-4B8D-A57E-C6FC76914EB0}" type="presOf" srcId="{2C280079-523E-834B-ACAF-1472D33814CB}" destId="{059FE831-3934-AA4C-81D9-A1165D6BA533}" srcOrd="0" destOrd="0" presId="urn:microsoft.com/office/officeart/2005/8/layout/hierarchy1"/>
    <dgm:cxn modelId="{9DA3E21A-6592-46E8-A222-5A8514C99DDD}" type="presOf" srcId="{9D68368C-33AA-1644-80E4-398208A2C6F0}" destId="{37EEB28E-EED4-3D42-B6E7-4F1F94EEB9B5}" srcOrd="0" destOrd="0" presId="urn:microsoft.com/office/officeart/2005/8/layout/hierarchy1"/>
    <dgm:cxn modelId="{837E4720-EC3E-BC4F-B158-BC98950BD860}" srcId="{7835FD59-B514-0B47-B7B8-0983910456A6}" destId="{03B89768-B859-2E49-8534-20D1EFA29B3B}" srcOrd="1" destOrd="0" parTransId="{C40EC512-88AF-B24D-AAB3-3E9A66643198}" sibTransId="{41368ECB-0374-1C4E-8ABF-D4FA251186D7}"/>
    <dgm:cxn modelId="{77A59023-3CD9-44F8-8662-F97B4650713B}" type="presOf" srcId="{7835FD59-B514-0B47-B7B8-0983910456A6}" destId="{265B3781-273D-0148-87CB-FBE8B43D31EF}" srcOrd="0" destOrd="0" presId="urn:microsoft.com/office/officeart/2005/8/layout/hierarchy1"/>
    <dgm:cxn modelId="{17482E2C-DF28-40C0-8A25-D8620CA7E6E5}" type="presOf" srcId="{6E9D28A9-0202-6B41-9DE6-9B3EADC17B28}" destId="{F2409E12-FE7E-0B40-8ED9-46993E014F7D}" srcOrd="0" destOrd="0" presId="urn:microsoft.com/office/officeart/2005/8/layout/hierarchy1"/>
    <dgm:cxn modelId="{E786262D-A736-4248-892C-69B415ED5604}" srcId="{1BC165AB-B879-6E45-BE42-9DB85E468E5E}" destId="{7A85E6ED-B8E9-284E-8BEF-F3C0C778F5C0}" srcOrd="1" destOrd="0" parTransId="{86FF38A3-C483-214F-985A-8D30B54EDF81}" sibTransId="{45CF6AD3-13F7-C848-B1F5-16FDBE29A998}"/>
    <dgm:cxn modelId="{2069C92D-8D62-451B-9326-90D99C14CB55}" type="presOf" srcId="{4B0E92FA-F37D-7E40-AB74-0DA56805BAE7}" destId="{5C3642F9-6F40-4900-AC76-4DEE5617D27A}" srcOrd="0" destOrd="0" presId="urn:microsoft.com/office/officeart/2005/8/layout/hierarchy1"/>
    <dgm:cxn modelId="{366F382E-4F33-49E6-80D9-2D938811A74A}" srcId="{50A67927-BA02-734A-A0AE-86F97EFE870C}" destId="{532D3670-D033-4AEA-A1CE-C449E4034A86}" srcOrd="1" destOrd="0" parTransId="{E1F35F00-712A-4191-AE0B-840778E35E06}" sibTransId="{413F1273-4C59-4737-8D0D-7E38DD722E7C}"/>
    <dgm:cxn modelId="{9103762E-7525-4B80-8F82-828558D344E6}" type="presOf" srcId="{D11E7EEC-A2DD-6148-AD59-6CD83C19C84D}" destId="{C31C142D-CC01-1143-97E8-88E8F2B4524A}" srcOrd="0" destOrd="0" presId="urn:microsoft.com/office/officeart/2005/8/layout/hierarchy1"/>
    <dgm:cxn modelId="{F041F12E-9C61-49D3-92B3-B6F59FCA6457}" type="presOf" srcId="{7634EBF5-E466-1B4A-B6D3-3F4B45B7606D}" destId="{20451533-3CFF-47E8-97EF-DF9C4CD29629}" srcOrd="0" destOrd="0" presId="urn:microsoft.com/office/officeart/2005/8/layout/hierarchy1"/>
    <dgm:cxn modelId="{EA03CA31-7DF4-F64E-86BC-EF7C196FB755}" srcId="{7835FD59-B514-0B47-B7B8-0983910456A6}" destId="{1BC165AB-B879-6E45-BE42-9DB85E468E5E}" srcOrd="2" destOrd="0" parTransId="{DB346DC5-5247-BD41-9BBB-38F381C6763A}" sibTransId="{4CF60A0D-4DA2-C649-B224-FED974309E30}"/>
    <dgm:cxn modelId="{F0236F35-7C42-4787-B9E9-D75032717130}" type="presOf" srcId="{8A7E9A38-0069-E54C-9C7F-E9C55CA7C411}" destId="{D868DAD2-E310-8F43-A407-6333AC65E4ED}" srcOrd="0" destOrd="0" presId="urn:microsoft.com/office/officeart/2005/8/layout/hierarchy1"/>
    <dgm:cxn modelId="{C54B0837-D612-4892-AFFB-F36CD22F9D82}" type="presOf" srcId="{03B89768-B859-2E49-8534-20D1EFA29B3B}" destId="{CE004470-AE31-6542-BE4E-74C32357678F}" srcOrd="0" destOrd="0" presId="urn:microsoft.com/office/officeart/2005/8/layout/hierarchy1"/>
    <dgm:cxn modelId="{32693939-8207-42A2-864D-95322571FE4B}" srcId="{24DA2C2C-94E2-4CAF-9586-45144CCB8FAA}" destId="{2B84BD2D-0BA5-4F3B-82EC-E49D432AA23F}" srcOrd="0" destOrd="0" parTransId="{7A061E14-606E-4788-86AC-639BC1AFE714}" sibTransId="{818A81F6-2A51-4737-A4EF-FA37BCE12726}"/>
    <dgm:cxn modelId="{DCD14339-1C96-482A-B669-71CD797308E9}" type="presOf" srcId="{98D6B55B-33A1-654B-9A07-4017B4BCBC3D}" destId="{73C9CCEB-E07E-401F-AADD-DFB93C515353}" srcOrd="0" destOrd="0" presId="urn:microsoft.com/office/officeart/2005/8/layout/hierarchy1"/>
    <dgm:cxn modelId="{F3057239-6CC8-4F24-ADC1-1B77A76CC68C}" type="presOf" srcId="{65D04C8E-C92A-49F5-A56E-005FF687888E}" destId="{566DB29B-1D74-4957-B3D9-427F295A608F}" srcOrd="0" destOrd="0" presId="urn:microsoft.com/office/officeart/2005/8/layout/hierarchy1"/>
    <dgm:cxn modelId="{2E974C3A-A952-4133-AB2C-F65AC2EC9444}" type="presOf" srcId="{86FF38A3-C483-214F-985A-8D30B54EDF81}" destId="{363CB994-25D6-3343-8FF2-3F44D7B39F3E}" srcOrd="0" destOrd="0" presId="urn:microsoft.com/office/officeart/2005/8/layout/hierarchy1"/>
    <dgm:cxn modelId="{54629F3A-3697-4C53-A29C-FAF11BF3213D}" type="presOf" srcId="{B404269D-E280-B244-8985-C3EF359E4401}" destId="{8BBCA62D-46DF-DA41-A721-B30D64F12F51}" srcOrd="0" destOrd="0" presId="urn:microsoft.com/office/officeart/2005/8/layout/hierarchy1"/>
    <dgm:cxn modelId="{C078943E-F1F8-A940-8FE7-422BEFF8FD8B}" srcId="{7835FD59-B514-0B47-B7B8-0983910456A6}" destId="{DF86860E-2719-A64A-80FF-F56192895399}" srcOrd="0" destOrd="0" parTransId="{19D8E85A-EF28-1042-9B35-665A12874640}" sibTransId="{8C78E4B8-8A53-064A-8DEF-85538FBF9661}"/>
    <dgm:cxn modelId="{5EB73D5C-AB9E-914E-9018-B0022C76F8F0}" srcId="{DF86860E-2719-A64A-80FF-F56192895399}" destId="{29AD3176-2D40-CF49-A544-12BEE310D254}" srcOrd="1" destOrd="0" parTransId="{0E737143-6448-C24B-BA8B-38BA7568F52E}" sibTransId="{A987261C-62B1-B54A-BCDB-337C0AD98785}"/>
    <dgm:cxn modelId="{E90EE15E-D4A6-EA43-9388-1DB3442F283A}" srcId="{03B89768-B859-2E49-8534-20D1EFA29B3B}" destId="{98D6B55B-33A1-654B-9A07-4017B4BCBC3D}" srcOrd="1" destOrd="0" parTransId="{4B0E92FA-F37D-7E40-AB74-0DA56805BAE7}" sibTransId="{8A8A4344-3BE8-B549-90FE-FD6EAECB4AE4}"/>
    <dgm:cxn modelId="{F88E7A61-4DDD-486D-92C0-F9CAB075BC3B}" type="presOf" srcId="{FA165CA1-1599-4E2B-8D5B-78D4044B924E}" destId="{FA0C2D16-F044-4174-BC3E-BD8D2BEDA833}" srcOrd="0" destOrd="0" presId="urn:microsoft.com/office/officeart/2005/8/layout/hierarchy1"/>
    <dgm:cxn modelId="{1F041444-6863-4D72-A2A1-4C60D8F4C181}" type="presOf" srcId="{26F10BD7-4CD3-4634-AFDE-24929CFB6599}" destId="{0206E494-E5FF-43A9-BF9C-A4F64E79364C}" srcOrd="0" destOrd="0" presId="urn:microsoft.com/office/officeart/2005/8/layout/hierarchy1"/>
    <dgm:cxn modelId="{E250CD64-7C97-422A-A3EC-E4F5191859A0}" type="presOf" srcId="{95F71EBD-EC94-9D42-BB0E-C52845D7632F}" destId="{D7BA04DA-4E69-44A0-BC8C-D75451090CAE}" srcOrd="0" destOrd="0" presId="urn:microsoft.com/office/officeart/2005/8/layout/hierarchy1"/>
    <dgm:cxn modelId="{A53AD545-D79B-41A0-ADBF-4C2D2C0E30EB}" type="presOf" srcId="{7A85E6ED-B8E9-284E-8BEF-F3C0C778F5C0}" destId="{FBAACFE0-43C6-F245-ADA4-A9A35786F27A}" srcOrd="0" destOrd="0" presId="urn:microsoft.com/office/officeart/2005/8/layout/hierarchy1"/>
    <dgm:cxn modelId="{DF29D645-36D8-004D-9280-9906FCD0AF3A}" srcId="{5ED8EFDF-8956-064A-9DFB-DCCA28CF5849}" destId="{D333C4C1-0537-FB48-B774-A687ACA99157}" srcOrd="0" destOrd="0" parTransId="{2C280079-523E-834B-ACAF-1472D33814CB}" sibTransId="{92B2FDE5-1BD3-A54F-BEFD-54C746AA0243}"/>
    <dgm:cxn modelId="{4151D046-F347-40FA-9B82-FF34AD0CF24F}" type="presOf" srcId="{3C4B69D1-D6CE-7142-B782-AC33E8916659}" destId="{337060B7-D3D4-F94E-B389-33AFD88D6377}" srcOrd="0" destOrd="0" presId="urn:microsoft.com/office/officeart/2005/8/layout/hierarchy1"/>
    <dgm:cxn modelId="{313F0C67-CF03-C042-A6DB-182AEB0BF87B}" srcId="{1BC165AB-B879-6E45-BE42-9DB85E468E5E}" destId="{8A7E9A38-0069-E54C-9C7F-E9C55CA7C411}" srcOrd="0" destOrd="0" parTransId="{0A42203B-26C8-F140-A21C-18A332E5B981}" sibTransId="{6AA96301-8764-0345-8DBD-97A6A149FAC5}"/>
    <dgm:cxn modelId="{7EE9354A-D87B-44CA-8A9D-A5DCA8522BAC}" type="presOf" srcId="{2B84BD2D-0BA5-4F3B-82EC-E49D432AA23F}" destId="{7A607247-EAEC-4E15-888D-B7AA57EA84DB}" srcOrd="0" destOrd="0" presId="urn:microsoft.com/office/officeart/2005/8/layout/hierarchy1"/>
    <dgm:cxn modelId="{C4D2126B-2A27-41C7-A34E-D3051A4B2510}" type="presOf" srcId="{233303ED-F262-ED4B-9232-A7532CC4AECE}" destId="{5408A212-47CD-4D46-8FAB-27B848FD240A}" srcOrd="0" destOrd="0" presId="urn:microsoft.com/office/officeart/2005/8/layout/hierarchy1"/>
    <dgm:cxn modelId="{9BCF6B4B-74CA-474E-9A50-8CCA783A15A1}" type="presOf" srcId="{F16FF941-90DF-5F41-878C-0883EADCDDD3}" destId="{F231F884-6F5B-C848-BBFF-43A5940A956B}" srcOrd="0" destOrd="0" presId="urn:microsoft.com/office/officeart/2005/8/layout/hierarchy1"/>
    <dgm:cxn modelId="{AC84CB4B-D28B-48E4-A18F-AB8DDABB2492}" srcId="{9D68368C-33AA-1644-80E4-398208A2C6F0}" destId="{97240E9B-C03B-42B2-ACD3-8112789E014B}" srcOrd="5" destOrd="0" parTransId="{E4F75243-18C1-41EA-A06A-FAD8233EF401}" sibTransId="{0C9D85DB-C5FB-4D53-AFFF-80ED6C744DAB}"/>
    <dgm:cxn modelId="{6E3E3B4C-F723-43FF-A6D3-8DB7ED1BE365}" type="presOf" srcId="{24DA2C2C-94E2-4CAF-9586-45144CCB8FAA}" destId="{CA33249C-C81B-41FA-9DD8-2A0DA132C00E}" srcOrd="0" destOrd="0" presId="urn:microsoft.com/office/officeart/2005/8/layout/hierarchy1"/>
    <dgm:cxn modelId="{3735EE4F-36E3-D844-8F91-FF5D1466090B}" srcId="{9D68368C-33AA-1644-80E4-398208A2C6F0}" destId="{8914F4E6-8F5A-A647-9AC4-5F23D5F3067F}" srcOrd="3" destOrd="0" parTransId="{B404269D-E280-B244-8985-C3EF359E4401}" sibTransId="{5A42FEFD-13B1-4A48-A554-3AA146C7304E}"/>
    <dgm:cxn modelId="{A9595C70-9FCD-4C44-9CFA-6896FF1A1FE9}" srcId="{364C3A0C-E45B-3E48-9CE5-9EB4D5E291A3}" destId="{089FD83E-6928-1E43-95D3-124D5441D173}" srcOrd="0" destOrd="0" parTransId="{C048921F-4EB1-284C-AA0A-60D6AD5FBA44}" sibTransId="{F1E9B66D-779F-044F-A36C-5A89712C4696}"/>
    <dgm:cxn modelId="{9998A351-A43B-4D4B-A01C-9982BFF98763}" srcId="{9D68368C-33AA-1644-80E4-398208A2C6F0}" destId="{26F10BD7-4CD3-4634-AFDE-24929CFB6599}" srcOrd="4" destOrd="0" parTransId="{9E493F4F-65E3-4D16-BB8D-9AEBA6039469}" sibTransId="{2DC6AD8E-CCFA-4970-A97F-551E6B8DBD48}"/>
    <dgm:cxn modelId="{6547F771-C6A6-9944-81CB-E2324B811C3D}" srcId="{9D68368C-33AA-1644-80E4-398208A2C6F0}" destId="{5F667AE8-046B-E44C-AE01-855B5A32DC04}" srcOrd="2" destOrd="0" parTransId="{D029E1B0-002C-1E4F-B8C4-E8D784F7075D}" sibTransId="{9BEB67CC-BC5C-9145-902E-B2D41574C4D9}"/>
    <dgm:cxn modelId="{8F5F0454-59DB-4511-B47E-EC5C846DC48E}" type="presOf" srcId="{C0B1B4C2-CF26-6245-98C7-F52857ED528A}" destId="{400D3616-5140-9D4A-B0A6-0608E5978375}" srcOrd="0" destOrd="0" presId="urn:microsoft.com/office/officeart/2005/8/layout/hierarchy1"/>
    <dgm:cxn modelId="{D434A255-30C1-4547-9541-EB558C4DA917}" srcId="{3E0002A5-03D5-114A-9781-6C090D0BE78D}" destId="{D68BBA40-1F9F-C24D-BB19-710FF1013F30}" srcOrd="0" destOrd="0" parTransId="{3A23F63D-F775-FA45-9A86-1830CB0473EB}" sibTransId="{7FA377DC-A82F-9545-B35F-D135EC13740C}"/>
    <dgm:cxn modelId="{F1AE3A58-4F85-4E45-89BC-DD815E209B19}" srcId="{DF86860E-2719-A64A-80FF-F56192895399}" destId="{6F990348-5120-7140-980E-D1A49D03543A}" srcOrd="0" destOrd="0" parTransId="{D11E7EEC-A2DD-6148-AD59-6CD83C19C84D}" sibTransId="{0052B031-3B0D-B94E-9A5F-DB1C9D4170CB}"/>
    <dgm:cxn modelId="{58054278-EEA2-4871-A279-D6CA1D66E1F3}" type="presOf" srcId="{8441BAAB-AA7D-41E9-ADB6-EE50F144D5BA}" destId="{CFC5039D-A813-4A7E-80D3-DD8247EBD73E}" srcOrd="0" destOrd="0" presId="urn:microsoft.com/office/officeart/2005/8/layout/hierarchy1"/>
    <dgm:cxn modelId="{6E269D58-E55A-42A6-8283-B13E5CCED2AE}" type="presOf" srcId="{1C795854-F8EF-4360-BCB7-4F4EBEF70E6E}" destId="{D2E1BB33-40D6-4258-B119-AE3425F2119B}" srcOrd="0" destOrd="0" presId="urn:microsoft.com/office/officeart/2005/8/layout/hierarchy1"/>
    <dgm:cxn modelId="{6985565A-DDFA-3848-A7C7-84AD47110BDC}" srcId="{03B89768-B859-2E49-8534-20D1EFA29B3B}" destId="{50A67927-BA02-734A-A0AE-86F97EFE870C}" srcOrd="0" destOrd="0" parTransId="{570711A2-0F15-1E4E-84E9-5DECF631ACE9}" sibTransId="{70E373C1-C499-4F4D-A411-9466517DB83A}"/>
    <dgm:cxn modelId="{7DDDA75A-EC54-4AB9-B4E8-2502D72589BE}" type="presOf" srcId="{E752A000-5711-0F4B-8B5D-326221EFD2A1}" destId="{7A5A9C9D-5743-894D-9DC3-3B769CCB28E8}" srcOrd="0" destOrd="0" presId="urn:microsoft.com/office/officeart/2005/8/layout/hierarchy1"/>
    <dgm:cxn modelId="{86ABBF5A-B59E-4834-B124-2A2C63B5EE4D}" type="presOf" srcId="{DB346DC5-5247-BD41-9BBB-38F381C6763A}" destId="{BAE9D8D9-F63B-0243-A497-F16166EB0CBB}" srcOrd="0" destOrd="0" presId="urn:microsoft.com/office/officeart/2005/8/layout/hierarchy1"/>
    <dgm:cxn modelId="{F1DA947C-6546-4117-9BC4-A5A02E81161A}" type="presOf" srcId="{DF86860E-2719-A64A-80FF-F56192895399}" destId="{F1BC48F8-BC78-354B-8D25-7D5CBB308992}" srcOrd="0" destOrd="0" presId="urn:microsoft.com/office/officeart/2005/8/layout/hierarchy1"/>
    <dgm:cxn modelId="{46443D7D-B345-41FB-A785-68F119F2972D}" type="presOf" srcId="{948430BE-5578-4F9E-BADD-03E2AC6A18CC}" destId="{92202CBA-F442-4C95-9D6C-46C8492BF1C4}" srcOrd="0" destOrd="0" presId="urn:microsoft.com/office/officeart/2005/8/layout/hierarchy1"/>
    <dgm:cxn modelId="{42C8837E-B2A5-4CCC-A2B6-B9E814C591E4}" type="presOf" srcId="{D333C4C1-0537-FB48-B774-A687ACA99157}" destId="{C600CFF6-A683-1446-81BA-585206CB3A42}" srcOrd="0" destOrd="0" presId="urn:microsoft.com/office/officeart/2005/8/layout/hierarchy1"/>
    <dgm:cxn modelId="{3ACC3080-E239-4B5A-9EA5-65B301C5E2B7}" srcId="{98D6B55B-33A1-654B-9A07-4017B4BCBC3D}" destId="{4CD6EBC8-26E0-444E-9890-C6CE3517985A}" srcOrd="0" destOrd="0" parTransId="{8441BAAB-AA7D-41E9-ADB6-EE50F144D5BA}" sibTransId="{F10002AC-4CB9-4CCE-967C-183A1511721E}"/>
    <dgm:cxn modelId="{41B4F885-DA28-483E-9352-2526C15BFA58}" type="presOf" srcId="{13C05AA9-C29E-A441-BA1E-FA81DA491826}" destId="{A50E9863-A52D-9549-A655-6F56C7EA8276}" srcOrd="0" destOrd="0" presId="urn:microsoft.com/office/officeart/2005/8/layout/hierarchy1"/>
    <dgm:cxn modelId="{FB5D4D86-931E-4168-8250-A8C37958E84D}" type="presOf" srcId="{0C6C7DEC-BC80-41E4-918B-9015EEF82DC6}" destId="{1D694600-E3C2-49F5-9F56-9A2DEE365938}" srcOrd="0" destOrd="0" presId="urn:microsoft.com/office/officeart/2005/8/layout/hierarchy1"/>
    <dgm:cxn modelId="{7A4C488A-7A52-4E08-9E54-C901E9D46442}" type="presOf" srcId="{29AD3176-2D40-CF49-A544-12BEE310D254}" destId="{8EEDF970-CC88-124A-A9E9-A1462E464C5C}" srcOrd="0" destOrd="0" presId="urn:microsoft.com/office/officeart/2005/8/layout/hierarchy1"/>
    <dgm:cxn modelId="{74D10B8B-1D18-4C62-80C4-BCAA6B347DF9}" type="presOf" srcId="{0A42203B-26C8-F140-A21C-18A332E5B981}" destId="{4C4AF905-DDF4-E241-A58B-D9F5E626544B}" srcOrd="0" destOrd="0" presId="urn:microsoft.com/office/officeart/2005/8/layout/hierarchy1"/>
    <dgm:cxn modelId="{53347D8B-61EC-4342-9224-77138FC6B0AE}" type="presOf" srcId="{570711A2-0F15-1E4E-84E9-5DECF631ACE9}" destId="{174D4A2F-9BFD-8B4F-A3F7-0D2A7E4C3E7E}" srcOrd="0" destOrd="0" presId="urn:microsoft.com/office/officeart/2005/8/layout/hierarchy1"/>
    <dgm:cxn modelId="{5E194490-29E4-40F0-B363-EAB4F9C4DEEF}" type="presOf" srcId="{4CD6EBC8-26E0-444E-9890-C6CE3517985A}" destId="{ACF0A991-4B7E-4CA3-9E47-A927D435531A}" srcOrd="0" destOrd="0" presId="urn:microsoft.com/office/officeart/2005/8/layout/hierarchy1"/>
    <dgm:cxn modelId="{D8246493-9AF9-4B32-8016-FC7498E11E8D}" type="presOf" srcId="{1BC165AB-B879-6E45-BE42-9DB85E468E5E}" destId="{C9D855B1-F204-3449-A0AB-C83C199BFD6B}" srcOrd="0" destOrd="0" presId="urn:microsoft.com/office/officeart/2005/8/layout/hierarchy1"/>
    <dgm:cxn modelId="{4F9EC699-9CFF-42FB-BCFC-E664898931EB}" type="presOf" srcId="{3A23F63D-F775-FA45-9A86-1830CB0473EB}" destId="{CB170625-B302-E140-98D5-E17132BB5541}" srcOrd="0" destOrd="0" presId="urn:microsoft.com/office/officeart/2005/8/layout/hierarchy1"/>
    <dgm:cxn modelId="{D1B4679D-28EB-4B5C-AF4B-26F83855A513}" type="presOf" srcId="{D68BBA40-1F9F-C24D-BB19-710FF1013F30}" destId="{199134CF-3476-EF4E-BA54-83810A8EDF1A}" srcOrd="0" destOrd="0" presId="urn:microsoft.com/office/officeart/2005/8/layout/hierarchy1"/>
    <dgm:cxn modelId="{C34F24A0-102F-1444-A6DD-8C111F727E80}" srcId="{E92234AA-C860-3042-A562-30250E798F70}" destId="{7835FD59-B514-0B47-B7B8-0983910456A6}" srcOrd="0" destOrd="0" parTransId="{4516BA82-0BF7-DC4A-BB7E-AEF87CBA9E8E}" sibTransId="{4931CA2C-7170-5840-AE86-F1E13D28BB9E}"/>
    <dgm:cxn modelId="{63D690A2-0AC5-4504-97FB-10C1F5B79A83}" type="presOf" srcId="{6F990348-5120-7140-980E-D1A49D03543A}" destId="{082858DA-3FBC-224B-94F4-A3E62BFB3CA0}" srcOrd="0" destOrd="0" presId="urn:microsoft.com/office/officeart/2005/8/layout/hierarchy1"/>
    <dgm:cxn modelId="{489B72A7-E65B-46A1-A982-079A101F19B9}" type="presOf" srcId="{7A061E14-606E-4788-86AC-639BC1AFE714}" destId="{67500F1C-4A2F-4EAC-89DB-DE2CEE3F0727}" srcOrd="0" destOrd="0" presId="urn:microsoft.com/office/officeart/2005/8/layout/hierarchy1"/>
    <dgm:cxn modelId="{D46BD0A7-48C6-430B-8BAA-6B5CA6F61587}" type="presOf" srcId="{B50BBA56-A65D-475E-8F6E-C7006E6E1746}" destId="{097FB79E-998F-42EB-BE63-7922D9280911}" srcOrd="0" destOrd="0" presId="urn:microsoft.com/office/officeart/2005/8/layout/hierarchy1"/>
    <dgm:cxn modelId="{C6C4D8AB-C133-458A-82D8-2827C32A89CA}" type="presOf" srcId="{3841858A-3621-4BE9-BC26-58CE070AF1B9}" destId="{32A10A92-7BFC-41EF-8B1E-C7DC997DF4F6}" srcOrd="0" destOrd="0" presId="urn:microsoft.com/office/officeart/2005/8/layout/hierarchy1"/>
    <dgm:cxn modelId="{F76612AE-9797-CF42-8E31-DAC7AE8D065F}" srcId="{03B89768-B859-2E49-8534-20D1EFA29B3B}" destId="{7634EBF5-E466-1B4A-B6D3-3F4B45B7606D}" srcOrd="2" destOrd="0" parTransId="{95F71EBD-EC94-9D42-BB0E-C52845D7632F}" sibTransId="{A576ACF3-5629-494C-825D-3E4D1ED5B6F7}"/>
    <dgm:cxn modelId="{DA17FFAE-7254-4CEB-9DAE-C7FF900AB607}" type="presOf" srcId="{11A7F51E-264B-AE48-B5DB-DBB3BAC5164B}" destId="{7E10B0DA-187E-374C-A6AE-91CED635F384}" srcOrd="0" destOrd="0" presId="urn:microsoft.com/office/officeart/2005/8/layout/hierarchy1"/>
    <dgm:cxn modelId="{E1AD37AF-C5B6-AD41-AFD3-00738B1A7A52}" srcId="{8A7E9A38-0069-E54C-9C7F-E9C55CA7C411}" destId="{5ED8EFDF-8956-064A-9DFB-DCCA28CF5849}" srcOrd="0" destOrd="0" parTransId="{CDA5780B-21C9-BC4E-83B6-3CDECF37478F}" sibTransId="{C064E7FB-F77B-8B43-B893-C50FB7B07648}"/>
    <dgm:cxn modelId="{42B444B3-7BEC-44EE-A1C7-6613E15D95E7}" type="presOf" srcId="{168E6C2B-590B-9741-AD46-A772950FDC0B}" destId="{5735B7E3-EFC1-2649-A353-6DA6C57BE7F2}" srcOrd="0" destOrd="0" presId="urn:microsoft.com/office/officeart/2005/8/layout/hierarchy1"/>
    <dgm:cxn modelId="{FC7792B7-1F0B-4F74-93D7-591C62285530}" type="presOf" srcId="{5ED8EFDF-8956-064A-9DFB-DCCA28CF5849}" destId="{3FFFB191-7A5B-F648-9ADA-E2E297B6B27E}" srcOrd="0" destOrd="0" presId="urn:microsoft.com/office/officeart/2005/8/layout/hierarchy1"/>
    <dgm:cxn modelId="{771E1FBF-6649-4D22-AE8F-1D2F2B039503}" type="presOf" srcId="{364C3A0C-E45B-3E48-9CE5-9EB4D5E291A3}" destId="{C7BFB9AC-490D-684C-AD05-725FCA559179}" srcOrd="0" destOrd="0" presId="urn:microsoft.com/office/officeart/2005/8/layout/hierarchy1"/>
    <dgm:cxn modelId="{433A9AC2-DFD4-4B67-AFF7-CA9ED2819D59}" type="presOf" srcId="{E1F35F00-712A-4191-AE0B-840778E35E06}" destId="{B1103F87-391A-4892-A5D7-7A5E507DDE7C}" srcOrd="0" destOrd="0" presId="urn:microsoft.com/office/officeart/2005/8/layout/hierarchy1"/>
    <dgm:cxn modelId="{B41565C5-B13C-4A43-A96B-F07B43F86F7C}" type="presOf" srcId="{532D3670-D033-4AEA-A1CE-C449E4034A86}" destId="{B86E6BED-F617-4966-AC64-4106B1F39CD5}" srcOrd="0" destOrd="0" presId="urn:microsoft.com/office/officeart/2005/8/layout/hierarchy1"/>
    <dgm:cxn modelId="{428EEBC7-7AE4-4C9E-8E58-18DBE0A85099}" srcId="{50A67927-BA02-734A-A0AE-86F97EFE870C}" destId="{65D04C8E-C92A-49F5-A56E-005FF687888E}" srcOrd="0" destOrd="0" parTransId="{0C6C7DEC-BC80-41E4-918B-9015EEF82DC6}" sibTransId="{433CE86F-34D1-42CB-8767-5E08AD39B9F8}"/>
    <dgm:cxn modelId="{709B5ACB-2591-402F-9D17-656152A42933}" type="presOf" srcId="{CDA5780B-21C9-BC4E-83B6-3CDECF37478F}" destId="{5F7EDAEE-AFB2-1145-9746-5AE19E9F92D3}" srcOrd="0" destOrd="0" presId="urn:microsoft.com/office/officeart/2005/8/layout/hierarchy1"/>
    <dgm:cxn modelId="{AAA5E7CC-0150-7F4F-AD6A-CD866A76095F}" srcId="{8A7E9A38-0069-E54C-9C7F-E9C55CA7C411}" destId="{C0B1B4C2-CF26-6245-98C7-F52857ED528A}" srcOrd="1" destOrd="0" parTransId="{E752A000-5711-0F4B-8B5D-326221EFD2A1}" sibTransId="{76C9CC4B-45E2-4441-8487-3F32F41D4709}"/>
    <dgm:cxn modelId="{0F5CAFCD-DFF4-4A4B-AA32-5AFF8AFC712C}" type="presOf" srcId="{C40EC512-88AF-B24D-AAB3-3E9A66643198}" destId="{CFFA7558-0139-FA4C-979C-AB56256C62DB}" srcOrd="0" destOrd="0" presId="urn:microsoft.com/office/officeart/2005/8/layout/hierarchy1"/>
    <dgm:cxn modelId="{910770D5-D90C-694A-BF6D-8937E89BE97A}" srcId="{5ED8EFDF-8956-064A-9DFB-DCCA28CF5849}" destId="{DE5678F3-E484-B34C-A03A-1F29B4C5702D}" srcOrd="1" destOrd="0" parTransId="{13C05AA9-C29E-A441-BA1E-FA81DA491826}" sibTransId="{CAF9D787-BDB1-684A-A334-6F129690EA88}"/>
    <dgm:cxn modelId="{9D31B7DC-00B1-E949-9BC9-12BC75845FF2}" type="presOf" srcId="{E92234AA-C860-3042-A562-30250E798F70}" destId="{E5400895-F99F-7F41-8583-4BD162EA06C2}" srcOrd="0" destOrd="0" presId="urn:microsoft.com/office/officeart/2005/8/layout/hierarchy1"/>
    <dgm:cxn modelId="{204935DD-9AD0-41A2-B9ED-B7409EE2385E}" type="presOf" srcId="{DE5678F3-E484-B34C-A03A-1F29B4C5702D}" destId="{3F869B66-BEF4-EA49-A760-429C1E32A4A8}" srcOrd="0" destOrd="0" presId="urn:microsoft.com/office/officeart/2005/8/layout/hierarchy1"/>
    <dgm:cxn modelId="{C06A4BE5-A889-4A3B-BEF1-F100BB0C2A15}" type="presOf" srcId="{089FD83E-6928-1E43-95D3-124D5441D173}" destId="{9667A29C-175F-3046-887F-2D268E592584}" srcOrd="0" destOrd="0" presId="urn:microsoft.com/office/officeart/2005/8/layout/hierarchy1"/>
    <dgm:cxn modelId="{30EEB2E9-F053-4943-AE18-FF55FCA6725D}" srcId="{9D68368C-33AA-1644-80E4-398208A2C6F0}" destId="{168E6C2B-590B-9741-AD46-A772950FDC0B}" srcOrd="1" destOrd="0" parTransId="{6E9D28A9-0202-6B41-9DE6-9B3EADC17B28}" sibTransId="{53626C34-1CEF-B346-B7F0-3DD53269C5B6}"/>
    <dgm:cxn modelId="{596940EA-02C4-4AFA-A2BD-DD7297F38CD3}" type="presOf" srcId="{0E737143-6448-C24B-BA8B-38BA7568F52E}" destId="{7D68BC0A-EDF7-E349-B498-3CBB7AA07288}" srcOrd="0" destOrd="0" presId="urn:microsoft.com/office/officeart/2005/8/layout/hierarchy1"/>
    <dgm:cxn modelId="{9805FBEA-14A8-4029-9D19-5A5604477AC2}" type="presOf" srcId="{C048921F-4EB1-284C-AA0A-60D6AD5FBA44}" destId="{2E414492-F43C-AA49-B51E-0ED6D0144652}" srcOrd="0" destOrd="0" presId="urn:microsoft.com/office/officeart/2005/8/layout/hierarchy1"/>
    <dgm:cxn modelId="{46E4BBEC-DFDB-47B4-9A4A-67600C04434F}" type="presOf" srcId="{2E5B166C-9F1A-1A40-BE57-97EA2A4F71E6}" destId="{9870B9CA-F9A5-4E43-AED1-DF454225F6BE}" srcOrd="0" destOrd="0" presId="urn:microsoft.com/office/officeart/2005/8/layout/hierarchy1"/>
    <dgm:cxn modelId="{98E157EE-E950-427F-9D0E-1FB1A1E89B84}" type="presOf" srcId="{D029E1B0-002C-1E4F-B8C4-E8D784F7075D}" destId="{F693BDAA-9A8E-FC45-932B-DEA151ED6822}" srcOrd="0" destOrd="0" presId="urn:microsoft.com/office/officeart/2005/8/layout/hierarchy1"/>
    <dgm:cxn modelId="{6F307BF5-3A1B-48FF-9483-0FE9715A2091}" type="presOf" srcId="{50A67927-BA02-734A-A0AE-86F97EFE870C}" destId="{1335637A-7683-4A41-B519-CE080C5D3C7D}" srcOrd="0" destOrd="0" presId="urn:microsoft.com/office/officeart/2005/8/layout/hierarchy1"/>
    <dgm:cxn modelId="{BBB79EF9-303D-4354-B2DF-D7D16A69CE64}" srcId="{7634EBF5-E466-1B4A-B6D3-3F4B45B7606D}" destId="{3841858A-3621-4BE9-BC26-58CE070AF1B9}" srcOrd="1" destOrd="0" parTransId="{1C795854-F8EF-4360-BCB7-4F4EBEF70E6E}" sibTransId="{4CC73567-5CEE-4857-A9EB-FEAF3DC60BA4}"/>
    <dgm:cxn modelId="{A41946FA-0796-4444-9A9B-5CAA6F309349}" srcId="{C0B1B4C2-CF26-6245-98C7-F52857ED528A}" destId="{24DA2C2C-94E2-4CAF-9586-45144CCB8FAA}" srcOrd="0" destOrd="0" parTransId="{FA165CA1-1599-4E2B-8D5B-78D4044B924E}" sibTransId="{60DDD23A-8DFE-4D3C-B0E3-7CE3AC723B5B}"/>
    <dgm:cxn modelId="{7D7DA2FB-5ACE-49C8-AF11-A9B1D9446D64}" type="presOf" srcId="{9E493F4F-65E3-4D16-BB8D-9AEBA6039469}" destId="{77F42F33-237C-4D9A-BAC1-A22FF11D6971}" srcOrd="0" destOrd="0" presId="urn:microsoft.com/office/officeart/2005/8/layout/hierarchy1"/>
    <dgm:cxn modelId="{13538FFC-6BE2-434C-95EA-ABAB73FB595A}" type="presParOf" srcId="{E5400895-F99F-7F41-8583-4BD162EA06C2}" destId="{C8E5C753-0B0D-8E4A-87C9-0512E2387AAE}" srcOrd="0" destOrd="0" presId="urn:microsoft.com/office/officeart/2005/8/layout/hierarchy1"/>
    <dgm:cxn modelId="{168F4AC6-D16E-402E-ADE7-ED6E5219677F}" type="presParOf" srcId="{C8E5C753-0B0D-8E4A-87C9-0512E2387AAE}" destId="{5820EE7F-AEA0-3E48-B9D6-424BD60081AD}" srcOrd="0" destOrd="0" presId="urn:microsoft.com/office/officeart/2005/8/layout/hierarchy1"/>
    <dgm:cxn modelId="{7F82E04A-37EA-4261-A81A-873306037D5E}" type="presParOf" srcId="{5820EE7F-AEA0-3E48-B9D6-424BD60081AD}" destId="{93EB40CF-C469-C042-9AAC-9E65599A2A8E}" srcOrd="0" destOrd="0" presId="urn:microsoft.com/office/officeart/2005/8/layout/hierarchy1"/>
    <dgm:cxn modelId="{7E4AC5CE-F819-45DD-B147-D92A98F7C604}" type="presParOf" srcId="{5820EE7F-AEA0-3E48-B9D6-424BD60081AD}" destId="{265B3781-273D-0148-87CB-FBE8B43D31EF}" srcOrd="1" destOrd="0" presId="urn:microsoft.com/office/officeart/2005/8/layout/hierarchy1"/>
    <dgm:cxn modelId="{CC6C1350-FA0A-434B-97AA-6935725D1D92}" type="presParOf" srcId="{C8E5C753-0B0D-8E4A-87C9-0512E2387AAE}" destId="{5C49ECAC-5568-E44A-857C-15EC9EF0E8A5}" srcOrd="1" destOrd="0" presId="urn:microsoft.com/office/officeart/2005/8/layout/hierarchy1"/>
    <dgm:cxn modelId="{3060CE91-EDEA-4543-BC3A-852A86DE9668}" type="presParOf" srcId="{5C49ECAC-5568-E44A-857C-15EC9EF0E8A5}" destId="{564C0382-73AB-AD40-BC20-ACDA75959C27}" srcOrd="0" destOrd="0" presId="urn:microsoft.com/office/officeart/2005/8/layout/hierarchy1"/>
    <dgm:cxn modelId="{A19C45D5-4C18-4520-A741-ED891DE95849}" type="presParOf" srcId="{5C49ECAC-5568-E44A-857C-15EC9EF0E8A5}" destId="{10F1810C-02FC-0744-9E7D-3799BAC81C6A}" srcOrd="1" destOrd="0" presId="urn:microsoft.com/office/officeart/2005/8/layout/hierarchy1"/>
    <dgm:cxn modelId="{5E8E055A-6C80-44C8-89EC-056DBBE21E2B}" type="presParOf" srcId="{10F1810C-02FC-0744-9E7D-3799BAC81C6A}" destId="{D5498994-C2A0-3C4E-A4A7-D16EB2379558}" srcOrd="0" destOrd="0" presId="urn:microsoft.com/office/officeart/2005/8/layout/hierarchy1"/>
    <dgm:cxn modelId="{0A9EA80D-1B5E-4CF4-A74A-CCD1BEFA0DDC}" type="presParOf" srcId="{D5498994-C2A0-3C4E-A4A7-D16EB2379558}" destId="{98C76165-9034-1643-9104-9B92F7A95E7E}" srcOrd="0" destOrd="0" presId="urn:microsoft.com/office/officeart/2005/8/layout/hierarchy1"/>
    <dgm:cxn modelId="{19DFFF93-299D-4052-9272-BAC75D98E115}" type="presParOf" srcId="{D5498994-C2A0-3C4E-A4A7-D16EB2379558}" destId="{F1BC48F8-BC78-354B-8D25-7D5CBB308992}" srcOrd="1" destOrd="0" presId="urn:microsoft.com/office/officeart/2005/8/layout/hierarchy1"/>
    <dgm:cxn modelId="{9D077BA1-A968-4873-BA14-FD86C75DECAB}" type="presParOf" srcId="{10F1810C-02FC-0744-9E7D-3799BAC81C6A}" destId="{0EDC9799-1D2B-AD42-A6DC-713273D15719}" srcOrd="1" destOrd="0" presId="urn:microsoft.com/office/officeart/2005/8/layout/hierarchy1"/>
    <dgm:cxn modelId="{3B3B239E-B698-4A2D-99E5-4EAFA6A6F28C}" type="presParOf" srcId="{0EDC9799-1D2B-AD42-A6DC-713273D15719}" destId="{C31C142D-CC01-1143-97E8-88E8F2B4524A}" srcOrd="0" destOrd="0" presId="urn:microsoft.com/office/officeart/2005/8/layout/hierarchy1"/>
    <dgm:cxn modelId="{6107D9A8-7846-4C4C-8B70-23DDDBD7EB5C}" type="presParOf" srcId="{0EDC9799-1D2B-AD42-A6DC-713273D15719}" destId="{26E33841-EF6B-1448-81F7-61C34CE82128}" srcOrd="1" destOrd="0" presId="urn:microsoft.com/office/officeart/2005/8/layout/hierarchy1"/>
    <dgm:cxn modelId="{D569736A-9115-49E3-B2BC-EF47A5C713C8}" type="presParOf" srcId="{26E33841-EF6B-1448-81F7-61C34CE82128}" destId="{783C22AC-5289-D94B-9E76-2851D2F1783E}" srcOrd="0" destOrd="0" presId="urn:microsoft.com/office/officeart/2005/8/layout/hierarchy1"/>
    <dgm:cxn modelId="{BEFD49E6-2621-4A72-9820-0522C69B7097}" type="presParOf" srcId="{783C22AC-5289-D94B-9E76-2851D2F1783E}" destId="{44BEB450-4BCD-F54F-A322-73AA595A8A41}" srcOrd="0" destOrd="0" presId="urn:microsoft.com/office/officeart/2005/8/layout/hierarchy1"/>
    <dgm:cxn modelId="{B6E67B71-9307-481D-A74D-5C8D0F0F566F}" type="presParOf" srcId="{783C22AC-5289-D94B-9E76-2851D2F1783E}" destId="{082858DA-3FBC-224B-94F4-A3E62BFB3CA0}" srcOrd="1" destOrd="0" presId="urn:microsoft.com/office/officeart/2005/8/layout/hierarchy1"/>
    <dgm:cxn modelId="{E10362F5-1E8B-40DC-A225-4F1786602E18}" type="presParOf" srcId="{26E33841-EF6B-1448-81F7-61C34CE82128}" destId="{7629E604-018F-5242-B3CC-BC899D593649}" srcOrd="1" destOrd="0" presId="urn:microsoft.com/office/officeart/2005/8/layout/hierarchy1"/>
    <dgm:cxn modelId="{A04DD9F1-EDF2-4353-AFAD-AEACE958871F}" type="presParOf" srcId="{0EDC9799-1D2B-AD42-A6DC-713273D15719}" destId="{7D68BC0A-EDF7-E349-B498-3CBB7AA07288}" srcOrd="2" destOrd="0" presId="urn:microsoft.com/office/officeart/2005/8/layout/hierarchy1"/>
    <dgm:cxn modelId="{29312054-D5AE-47C7-AD0F-8395650B5A80}" type="presParOf" srcId="{0EDC9799-1D2B-AD42-A6DC-713273D15719}" destId="{6BD3E0B7-5C33-314F-9AE1-8FB84560DB2A}" srcOrd="3" destOrd="0" presId="urn:microsoft.com/office/officeart/2005/8/layout/hierarchy1"/>
    <dgm:cxn modelId="{A502B75C-020D-4606-BB3A-D1D3344C67EF}" type="presParOf" srcId="{6BD3E0B7-5C33-314F-9AE1-8FB84560DB2A}" destId="{575676E5-BDCB-D34D-9698-BB8D578C3BE3}" srcOrd="0" destOrd="0" presId="urn:microsoft.com/office/officeart/2005/8/layout/hierarchy1"/>
    <dgm:cxn modelId="{781A0435-54B2-4429-B60F-420995265237}" type="presParOf" srcId="{575676E5-BDCB-D34D-9698-BB8D578C3BE3}" destId="{FEEC3C17-77DE-4445-9F57-EC26BC3F2F4C}" srcOrd="0" destOrd="0" presId="urn:microsoft.com/office/officeart/2005/8/layout/hierarchy1"/>
    <dgm:cxn modelId="{F8525D8A-78DF-49AE-99C0-6C7E40D75490}" type="presParOf" srcId="{575676E5-BDCB-D34D-9698-BB8D578C3BE3}" destId="{8EEDF970-CC88-124A-A9E9-A1462E464C5C}" srcOrd="1" destOrd="0" presId="urn:microsoft.com/office/officeart/2005/8/layout/hierarchy1"/>
    <dgm:cxn modelId="{43DBD9BF-4C0D-4E81-B76B-AC3634E37DAC}" type="presParOf" srcId="{6BD3E0B7-5C33-314F-9AE1-8FB84560DB2A}" destId="{5E414DC5-BB3A-894D-9574-4858C7DCC085}" srcOrd="1" destOrd="0" presId="urn:microsoft.com/office/officeart/2005/8/layout/hierarchy1"/>
    <dgm:cxn modelId="{C71629F4-CC69-4D27-962C-728C4277C66F}" type="presParOf" srcId="{5C49ECAC-5568-E44A-857C-15EC9EF0E8A5}" destId="{CFFA7558-0139-FA4C-979C-AB56256C62DB}" srcOrd="2" destOrd="0" presId="urn:microsoft.com/office/officeart/2005/8/layout/hierarchy1"/>
    <dgm:cxn modelId="{03EB4929-0DCC-4ECF-9C63-FF9E6419E21C}" type="presParOf" srcId="{5C49ECAC-5568-E44A-857C-15EC9EF0E8A5}" destId="{6EC83D77-56A9-104D-AE1E-CD057355C747}" srcOrd="3" destOrd="0" presId="urn:microsoft.com/office/officeart/2005/8/layout/hierarchy1"/>
    <dgm:cxn modelId="{D39717FE-19A1-4C2C-9EC3-92F6C2CCEFBC}" type="presParOf" srcId="{6EC83D77-56A9-104D-AE1E-CD057355C747}" destId="{DC8CD46E-7392-1744-84C8-9E787FE21689}" srcOrd="0" destOrd="0" presId="urn:microsoft.com/office/officeart/2005/8/layout/hierarchy1"/>
    <dgm:cxn modelId="{51ECCA5B-6D41-4896-ABEE-E171700AC1F5}" type="presParOf" srcId="{DC8CD46E-7392-1744-84C8-9E787FE21689}" destId="{10ED8AD8-C95D-7F46-8284-6BFFCB8023D0}" srcOrd="0" destOrd="0" presId="urn:microsoft.com/office/officeart/2005/8/layout/hierarchy1"/>
    <dgm:cxn modelId="{6FA0181B-AE0A-43ED-B396-6AC8E6BBBDFB}" type="presParOf" srcId="{DC8CD46E-7392-1744-84C8-9E787FE21689}" destId="{CE004470-AE31-6542-BE4E-74C32357678F}" srcOrd="1" destOrd="0" presId="urn:microsoft.com/office/officeart/2005/8/layout/hierarchy1"/>
    <dgm:cxn modelId="{63F9B02F-FB17-4183-A764-2A4D3A95A974}" type="presParOf" srcId="{6EC83D77-56A9-104D-AE1E-CD057355C747}" destId="{05B32D1F-AA47-BD4B-9861-CEB2BA77339A}" srcOrd="1" destOrd="0" presId="urn:microsoft.com/office/officeart/2005/8/layout/hierarchy1"/>
    <dgm:cxn modelId="{164E36DB-92FD-4808-9AE3-03A0005D6278}" type="presParOf" srcId="{05B32D1F-AA47-BD4B-9861-CEB2BA77339A}" destId="{174D4A2F-9BFD-8B4F-A3F7-0D2A7E4C3E7E}" srcOrd="0" destOrd="0" presId="urn:microsoft.com/office/officeart/2005/8/layout/hierarchy1"/>
    <dgm:cxn modelId="{B2121E15-15F4-4626-9A18-D635BF9CEAF2}" type="presParOf" srcId="{05B32D1F-AA47-BD4B-9861-CEB2BA77339A}" destId="{196731D4-7E5D-6145-ABEB-A5EEBB5B68CD}" srcOrd="1" destOrd="0" presId="urn:microsoft.com/office/officeart/2005/8/layout/hierarchy1"/>
    <dgm:cxn modelId="{E7F3B09C-DDBF-4E4C-A041-E7CC4A90CE07}" type="presParOf" srcId="{196731D4-7E5D-6145-ABEB-A5EEBB5B68CD}" destId="{4B64F7C2-5DAB-AD4A-AE85-632E15C47654}" srcOrd="0" destOrd="0" presId="urn:microsoft.com/office/officeart/2005/8/layout/hierarchy1"/>
    <dgm:cxn modelId="{0529532C-2BDE-41D9-BDAE-B15FB2C05E93}" type="presParOf" srcId="{4B64F7C2-5DAB-AD4A-AE85-632E15C47654}" destId="{6E16703E-D480-984D-B802-173E140186A1}" srcOrd="0" destOrd="0" presId="urn:microsoft.com/office/officeart/2005/8/layout/hierarchy1"/>
    <dgm:cxn modelId="{B89BBA98-6E40-42BD-94C9-62B6AD71CEBA}" type="presParOf" srcId="{4B64F7C2-5DAB-AD4A-AE85-632E15C47654}" destId="{1335637A-7683-4A41-B519-CE080C5D3C7D}" srcOrd="1" destOrd="0" presId="urn:microsoft.com/office/officeart/2005/8/layout/hierarchy1"/>
    <dgm:cxn modelId="{79670FA7-E9E1-4599-9C8F-BB0E570E14F4}" type="presParOf" srcId="{196731D4-7E5D-6145-ABEB-A5EEBB5B68CD}" destId="{9F81CD06-620E-2440-B2AF-59194600DD49}" srcOrd="1" destOrd="0" presId="urn:microsoft.com/office/officeart/2005/8/layout/hierarchy1"/>
    <dgm:cxn modelId="{00C4970A-1B51-4830-9B4A-44023C411DC4}" type="presParOf" srcId="{9F81CD06-620E-2440-B2AF-59194600DD49}" destId="{1D694600-E3C2-49F5-9F56-9A2DEE365938}" srcOrd="0" destOrd="0" presId="urn:microsoft.com/office/officeart/2005/8/layout/hierarchy1"/>
    <dgm:cxn modelId="{F0441ABB-1785-4AD5-AD64-3DE6DDC47B07}" type="presParOf" srcId="{9F81CD06-620E-2440-B2AF-59194600DD49}" destId="{EE676979-90BE-4CF7-80F1-6E80F51A78F9}" srcOrd="1" destOrd="0" presId="urn:microsoft.com/office/officeart/2005/8/layout/hierarchy1"/>
    <dgm:cxn modelId="{AC8B0E62-5234-45C0-94DF-AC88E88F9CDD}" type="presParOf" srcId="{EE676979-90BE-4CF7-80F1-6E80F51A78F9}" destId="{C6C9562D-AC0E-4EF9-9C57-3F3FF972C22A}" srcOrd="0" destOrd="0" presId="urn:microsoft.com/office/officeart/2005/8/layout/hierarchy1"/>
    <dgm:cxn modelId="{9F26E4C0-0E8D-4B4C-838A-C6CA309B2089}" type="presParOf" srcId="{C6C9562D-AC0E-4EF9-9C57-3F3FF972C22A}" destId="{30F2F000-50B2-4B0B-84F2-7E51D1BE26A7}" srcOrd="0" destOrd="0" presId="urn:microsoft.com/office/officeart/2005/8/layout/hierarchy1"/>
    <dgm:cxn modelId="{D1309165-00F2-4E68-B5A6-2FA3B9EC016A}" type="presParOf" srcId="{C6C9562D-AC0E-4EF9-9C57-3F3FF972C22A}" destId="{566DB29B-1D74-4957-B3D9-427F295A608F}" srcOrd="1" destOrd="0" presId="urn:microsoft.com/office/officeart/2005/8/layout/hierarchy1"/>
    <dgm:cxn modelId="{F10D316B-241B-4A23-BA6D-85F64EDBDAFA}" type="presParOf" srcId="{EE676979-90BE-4CF7-80F1-6E80F51A78F9}" destId="{9BA1BA93-EE7E-4EE5-88FE-D2FA7DAEDDA8}" srcOrd="1" destOrd="0" presId="urn:microsoft.com/office/officeart/2005/8/layout/hierarchy1"/>
    <dgm:cxn modelId="{6333EA4B-7C33-47C4-B07A-44A9CEDF0CC8}" type="presParOf" srcId="{9F81CD06-620E-2440-B2AF-59194600DD49}" destId="{B1103F87-391A-4892-A5D7-7A5E507DDE7C}" srcOrd="2" destOrd="0" presId="urn:microsoft.com/office/officeart/2005/8/layout/hierarchy1"/>
    <dgm:cxn modelId="{A0A6CD24-30C8-40C4-AAF7-7361A2E4B4D5}" type="presParOf" srcId="{9F81CD06-620E-2440-B2AF-59194600DD49}" destId="{E7CE85E6-E403-43DA-8035-6C4EAFB8EEE4}" srcOrd="3" destOrd="0" presId="urn:microsoft.com/office/officeart/2005/8/layout/hierarchy1"/>
    <dgm:cxn modelId="{4BDCF337-4B7B-4490-A01C-1A24FD0A0E47}" type="presParOf" srcId="{E7CE85E6-E403-43DA-8035-6C4EAFB8EEE4}" destId="{90FF6E55-E50E-4D24-9C6B-39673AAB2FFF}" srcOrd="0" destOrd="0" presId="urn:microsoft.com/office/officeart/2005/8/layout/hierarchy1"/>
    <dgm:cxn modelId="{C6B905F3-6273-4814-B3BB-84C2502F76DF}" type="presParOf" srcId="{90FF6E55-E50E-4D24-9C6B-39673AAB2FFF}" destId="{51DAB033-2F13-4C04-966E-4EE58013F7E9}" srcOrd="0" destOrd="0" presId="urn:microsoft.com/office/officeart/2005/8/layout/hierarchy1"/>
    <dgm:cxn modelId="{41327B9B-175C-456E-AF6B-F4ACF4C17DCE}" type="presParOf" srcId="{90FF6E55-E50E-4D24-9C6B-39673AAB2FFF}" destId="{B86E6BED-F617-4966-AC64-4106B1F39CD5}" srcOrd="1" destOrd="0" presId="urn:microsoft.com/office/officeart/2005/8/layout/hierarchy1"/>
    <dgm:cxn modelId="{D022F644-9D52-47D8-9F9D-F5165FD2538B}" type="presParOf" srcId="{E7CE85E6-E403-43DA-8035-6C4EAFB8EEE4}" destId="{6B383BFB-D4C7-4AEF-AFF5-2549A77866CE}" srcOrd="1" destOrd="0" presId="urn:microsoft.com/office/officeart/2005/8/layout/hierarchy1"/>
    <dgm:cxn modelId="{29B98BD9-5D43-47DF-BB99-978127443258}" type="presParOf" srcId="{05B32D1F-AA47-BD4B-9861-CEB2BA77339A}" destId="{5C3642F9-6F40-4900-AC76-4DEE5617D27A}" srcOrd="2" destOrd="0" presId="urn:microsoft.com/office/officeart/2005/8/layout/hierarchy1"/>
    <dgm:cxn modelId="{894C99E1-AF4D-406F-8A5E-681C774DDFAD}" type="presParOf" srcId="{05B32D1F-AA47-BD4B-9861-CEB2BA77339A}" destId="{CF79651A-D280-4255-9258-3C7E5EFC7B95}" srcOrd="3" destOrd="0" presId="urn:microsoft.com/office/officeart/2005/8/layout/hierarchy1"/>
    <dgm:cxn modelId="{59725C80-C9A8-4225-A0F7-0E70D10BC1CF}" type="presParOf" srcId="{CF79651A-D280-4255-9258-3C7E5EFC7B95}" destId="{92210EF7-0A2B-4759-BBCF-983C4FD2A279}" srcOrd="0" destOrd="0" presId="urn:microsoft.com/office/officeart/2005/8/layout/hierarchy1"/>
    <dgm:cxn modelId="{842224F7-EB4B-4204-A2DA-1945B85660FA}" type="presParOf" srcId="{92210EF7-0A2B-4759-BBCF-983C4FD2A279}" destId="{CF18A27E-D96C-4470-B5A2-373E9214E8E4}" srcOrd="0" destOrd="0" presId="urn:microsoft.com/office/officeart/2005/8/layout/hierarchy1"/>
    <dgm:cxn modelId="{5DF16D13-07D1-43C4-AD34-CA01BDD91575}" type="presParOf" srcId="{92210EF7-0A2B-4759-BBCF-983C4FD2A279}" destId="{73C9CCEB-E07E-401F-AADD-DFB93C515353}" srcOrd="1" destOrd="0" presId="urn:microsoft.com/office/officeart/2005/8/layout/hierarchy1"/>
    <dgm:cxn modelId="{CD2172D1-8835-4F83-98DB-3737C3AF8DAD}" type="presParOf" srcId="{CF79651A-D280-4255-9258-3C7E5EFC7B95}" destId="{6F83CAD7-6367-4634-8CC6-ABE1CE09FAE5}" srcOrd="1" destOrd="0" presId="urn:microsoft.com/office/officeart/2005/8/layout/hierarchy1"/>
    <dgm:cxn modelId="{AC7F4D14-39E7-4E96-8B3D-21690A88661E}" type="presParOf" srcId="{6F83CAD7-6367-4634-8CC6-ABE1CE09FAE5}" destId="{CFC5039D-A813-4A7E-80D3-DD8247EBD73E}" srcOrd="0" destOrd="0" presId="urn:microsoft.com/office/officeart/2005/8/layout/hierarchy1"/>
    <dgm:cxn modelId="{8606578C-0621-4140-B63C-E114E285B473}" type="presParOf" srcId="{6F83CAD7-6367-4634-8CC6-ABE1CE09FAE5}" destId="{4CB37CA0-525E-4768-950F-8ED8C51694D1}" srcOrd="1" destOrd="0" presId="urn:microsoft.com/office/officeart/2005/8/layout/hierarchy1"/>
    <dgm:cxn modelId="{9C733CFD-18FF-4727-B37D-B634230641BE}" type="presParOf" srcId="{4CB37CA0-525E-4768-950F-8ED8C51694D1}" destId="{70AA076F-3EF8-4795-B397-2C11DAEF14CD}" srcOrd="0" destOrd="0" presId="urn:microsoft.com/office/officeart/2005/8/layout/hierarchy1"/>
    <dgm:cxn modelId="{5F048D74-8817-4062-A586-3DC763CFFA7F}" type="presParOf" srcId="{70AA076F-3EF8-4795-B397-2C11DAEF14CD}" destId="{4CEED850-2477-49F5-8A40-E6F8697AE1F5}" srcOrd="0" destOrd="0" presId="urn:microsoft.com/office/officeart/2005/8/layout/hierarchy1"/>
    <dgm:cxn modelId="{726EC1EA-9C13-4AEC-AD3D-8F126D69EFCC}" type="presParOf" srcId="{70AA076F-3EF8-4795-B397-2C11DAEF14CD}" destId="{ACF0A991-4B7E-4CA3-9E47-A927D435531A}" srcOrd="1" destOrd="0" presId="urn:microsoft.com/office/officeart/2005/8/layout/hierarchy1"/>
    <dgm:cxn modelId="{3920833A-4DBA-4BF8-9C58-C1D8C9726238}" type="presParOf" srcId="{4CB37CA0-525E-4768-950F-8ED8C51694D1}" destId="{BD572965-4E8B-468A-85F7-4AD6459CDDB7}" srcOrd="1" destOrd="0" presId="urn:microsoft.com/office/officeart/2005/8/layout/hierarchy1"/>
    <dgm:cxn modelId="{18AE40EF-C54D-41F9-94EA-5568361972DC}" type="presParOf" srcId="{05B32D1F-AA47-BD4B-9861-CEB2BA77339A}" destId="{D7BA04DA-4E69-44A0-BC8C-D75451090CAE}" srcOrd="4" destOrd="0" presId="urn:microsoft.com/office/officeart/2005/8/layout/hierarchy1"/>
    <dgm:cxn modelId="{B4C69A91-7D79-471F-B289-8578796B29EA}" type="presParOf" srcId="{05B32D1F-AA47-BD4B-9861-CEB2BA77339A}" destId="{D0B62D05-3726-4792-A1C7-1CAA8CE4F0AD}" srcOrd="5" destOrd="0" presId="urn:microsoft.com/office/officeart/2005/8/layout/hierarchy1"/>
    <dgm:cxn modelId="{FFDBFE85-B1D7-4D4A-B321-BF253117C686}" type="presParOf" srcId="{D0B62D05-3726-4792-A1C7-1CAA8CE4F0AD}" destId="{3D3B6D0C-0D44-4CAD-AA75-BA93F0FD67FB}" srcOrd="0" destOrd="0" presId="urn:microsoft.com/office/officeart/2005/8/layout/hierarchy1"/>
    <dgm:cxn modelId="{61E79F67-FD87-4A91-A7EA-A1B4C4C87399}" type="presParOf" srcId="{3D3B6D0C-0D44-4CAD-AA75-BA93F0FD67FB}" destId="{F354EAE8-5F9F-4DA7-8F5E-32AD94A38653}" srcOrd="0" destOrd="0" presId="urn:microsoft.com/office/officeart/2005/8/layout/hierarchy1"/>
    <dgm:cxn modelId="{78DF9F86-CBEA-4721-AE0D-124DE0B4FE03}" type="presParOf" srcId="{3D3B6D0C-0D44-4CAD-AA75-BA93F0FD67FB}" destId="{20451533-3CFF-47E8-97EF-DF9C4CD29629}" srcOrd="1" destOrd="0" presId="urn:microsoft.com/office/officeart/2005/8/layout/hierarchy1"/>
    <dgm:cxn modelId="{F9E1611D-6BD9-4847-A760-6AADA6346AF8}" type="presParOf" srcId="{D0B62D05-3726-4792-A1C7-1CAA8CE4F0AD}" destId="{578A18EE-CF2B-47A9-8687-F3E30FBF6F9C}" srcOrd="1" destOrd="0" presId="urn:microsoft.com/office/officeart/2005/8/layout/hierarchy1"/>
    <dgm:cxn modelId="{D4911280-D0EE-4AB1-9520-4F9DBA1C536C}" type="presParOf" srcId="{578A18EE-CF2B-47A9-8687-F3E30FBF6F9C}" destId="{097FB79E-998F-42EB-BE63-7922D9280911}" srcOrd="0" destOrd="0" presId="urn:microsoft.com/office/officeart/2005/8/layout/hierarchy1"/>
    <dgm:cxn modelId="{742D3D59-E16D-40FF-80AC-395685C93F43}" type="presParOf" srcId="{578A18EE-CF2B-47A9-8687-F3E30FBF6F9C}" destId="{B23154BC-D093-49C6-B749-624483EC0DBA}" srcOrd="1" destOrd="0" presId="urn:microsoft.com/office/officeart/2005/8/layout/hierarchy1"/>
    <dgm:cxn modelId="{205DDE75-AC44-4AB8-B915-D10F73B7D667}" type="presParOf" srcId="{B23154BC-D093-49C6-B749-624483EC0DBA}" destId="{7C552E28-8F2F-4E8B-8785-AD222B161EC3}" srcOrd="0" destOrd="0" presId="urn:microsoft.com/office/officeart/2005/8/layout/hierarchy1"/>
    <dgm:cxn modelId="{2D68D27B-AA59-405D-858D-099BEF623C27}" type="presParOf" srcId="{7C552E28-8F2F-4E8B-8785-AD222B161EC3}" destId="{8750984C-72FD-4699-AB2E-A6E58CD01464}" srcOrd="0" destOrd="0" presId="urn:microsoft.com/office/officeart/2005/8/layout/hierarchy1"/>
    <dgm:cxn modelId="{8CE6323D-79AD-455E-A4BD-5705B69BE5F2}" type="presParOf" srcId="{7C552E28-8F2F-4E8B-8785-AD222B161EC3}" destId="{92202CBA-F442-4C95-9D6C-46C8492BF1C4}" srcOrd="1" destOrd="0" presId="urn:microsoft.com/office/officeart/2005/8/layout/hierarchy1"/>
    <dgm:cxn modelId="{C439AEB7-CB69-42F1-9B4E-4ED9D3CED38B}" type="presParOf" srcId="{B23154BC-D093-49C6-B749-624483EC0DBA}" destId="{9398C899-BF07-4078-A11D-38D1836F7375}" srcOrd="1" destOrd="0" presId="urn:microsoft.com/office/officeart/2005/8/layout/hierarchy1"/>
    <dgm:cxn modelId="{AA86058E-2664-4EF5-998F-9259EBE75DD6}" type="presParOf" srcId="{578A18EE-CF2B-47A9-8687-F3E30FBF6F9C}" destId="{D2E1BB33-40D6-4258-B119-AE3425F2119B}" srcOrd="2" destOrd="0" presId="urn:microsoft.com/office/officeart/2005/8/layout/hierarchy1"/>
    <dgm:cxn modelId="{7EBF0B2C-5E16-4AF5-B4E1-2DE797C64186}" type="presParOf" srcId="{578A18EE-CF2B-47A9-8687-F3E30FBF6F9C}" destId="{91EF817B-F1D1-4766-945C-1FAFACBB1CF5}" srcOrd="3" destOrd="0" presId="urn:microsoft.com/office/officeart/2005/8/layout/hierarchy1"/>
    <dgm:cxn modelId="{AC45F7B3-F8AD-416B-B69D-A0CD5587781D}" type="presParOf" srcId="{91EF817B-F1D1-4766-945C-1FAFACBB1CF5}" destId="{4AC12DAA-D0B4-4646-B69B-638FED02A663}" srcOrd="0" destOrd="0" presId="urn:microsoft.com/office/officeart/2005/8/layout/hierarchy1"/>
    <dgm:cxn modelId="{4CB33FE2-6767-4B25-85A7-3E96B0B7983D}" type="presParOf" srcId="{4AC12DAA-D0B4-4646-B69B-638FED02A663}" destId="{D981962B-28C6-4203-AB5B-3FDED036816E}" srcOrd="0" destOrd="0" presId="urn:microsoft.com/office/officeart/2005/8/layout/hierarchy1"/>
    <dgm:cxn modelId="{71F3C94D-A215-4423-9173-FD302B393C00}" type="presParOf" srcId="{4AC12DAA-D0B4-4646-B69B-638FED02A663}" destId="{32A10A92-7BFC-41EF-8B1E-C7DC997DF4F6}" srcOrd="1" destOrd="0" presId="urn:microsoft.com/office/officeart/2005/8/layout/hierarchy1"/>
    <dgm:cxn modelId="{C1FA25A0-87A6-43B8-99E0-42A5C909FF86}" type="presParOf" srcId="{91EF817B-F1D1-4766-945C-1FAFACBB1CF5}" destId="{8CD89F0E-746A-41EC-B236-7D7FDD592117}" srcOrd="1" destOrd="0" presId="urn:microsoft.com/office/officeart/2005/8/layout/hierarchy1"/>
    <dgm:cxn modelId="{6E3A107F-42EF-46EB-AAAB-74B46D8AE6FE}" type="presParOf" srcId="{5C49ECAC-5568-E44A-857C-15EC9EF0E8A5}" destId="{BAE9D8D9-F63B-0243-A497-F16166EB0CBB}" srcOrd="4" destOrd="0" presId="urn:microsoft.com/office/officeart/2005/8/layout/hierarchy1"/>
    <dgm:cxn modelId="{3581ADAE-48A4-4F3C-8489-1FB61AD0028E}" type="presParOf" srcId="{5C49ECAC-5568-E44A-857C-15EC9EF0E8A5}" destId="{7D3F5C1B-61DC-AD42-8AE5-BEEE45F0D2A2}" srcOrd="5" destOrd="0" presId="urn:microsoft.com/office/officeart/2005/8/layout/hierarchy1"/>
    <dgm:cxn modelId="{7D8581D2-B200-470C-9340-B15F95813C11}" type="presParOf" srcId="{7D3F5C1B-61DC-AD42-8AE5-BEEE45F0D2A2}" destId="{AC665988-D2DC-E14F-B467-28ADF91F8F15}" srcOrd="0" destOrd="0" presId="urn:microsoft.com/office/officeart/2005/8/layout/hierarchy1"/>
    <dgm:cxn modelId="{E5E49B8F-24D7-41C6-A1CB-4DB2AE73316B}" type="presParOf" srcId="{AC665988-D2DC-E14F-B467-28ADF91F8F15}" destId="{B1AEAF6C-B8B1-1748-805C-DEA9F80466AD}" srcOrd="0" destOrd="0" presId="urn:microsoft.com/office/officeart/2005/8/layout/hierarchy1"/>
    <dgm:cxn modelId="{A67BE02E-C9FE-42C0-A96E-CDB2233E3C4A}" type="presParOf" srcId="{AC665988-D2DC-E14F-B467-28ADF91F8F15}" destId="{C9D855B1-F204-3449-A0AB-C83C199BFD6B}" srcOrd="1" destOrd="0" presId="urn:microsoft.com/office/officeart/2005/8/layout/hierarchy1"/>
    <dgm:cxn modelId="{D2FB8E6F-2C93-4FC3-BEB8-417EA77BF7D1}" type="presParOf" srcId="{7D3F5C1B-61DC-AD42-8AE5-BEEE45F0D2A2}" destId="{158DD9B6-60BC-2441-9B3A-ABE4E09BA18B}" srcOrd="1" destOrd="0" presId="urn:microsoft.com/office/officeart/2005/8/layout/hierarchy1"/>
    <dgm:cxn modelId="{2254F3DB-EB6B-41C4-934C-3535072E20A6}" type="presParOf" srcId="{158DD9B6-60BC-2441-9B3A-ABE4E09BA18B}" destId="{4C4AF905-DDF4-E241-A58B-D9F5E626544B}" srcOrd="0" destOrd="0" presId="urn:microsoft.com/office/officeart/2005/8/layout/hierarchy1"/>
    <dgm:cxn modelId="{3B1E9062-702A-4820-A680-8A8B119AF407}" type="presParOf" srcId="{158DD9B6-60BC-2441-9B3A-ABE4E09BA18B}" destId="{96F9D759-329B-8447-ACE3-1D1908AF39CA}" srcOrd="1" destOrd="0" presId="urn:microsoft.com/office/officeart/2005/8/layout/hierarchy1"/>
    <dgm:cxn modelId="{2B3330DD-332A-4A7F-9EFD-6F73E7F3D992}" type="presParOf" srcId="{96F9D759-329B-8447-ACE3-1D1908AF39CA}" destId="{5B31A2F8-731F-3142-9250-68B25B08921B}" srcOrd="0" destOrd="0" presId="urn:microsoft.com/office/officeart/2005/8/layout/hierarchy1"/>
    <dgm:cxn modelId="{D13E16DA-3542-4076-8E97-75C143BF1BE1}" type="presParOf" srcId="{5B31A2F8-731F-3142-9250-68B25B08921B}" destId="{D69C27FE-178C-0B44-8F16-561617AC1399}" srcOrd="0" destOrd="0" presId="urn:microsoft.com/office/officeart/2005/8/layout/hierarchy1"/>
    <dgm:cxn modelId="{1EA0AF0D-D154-462E-AB71-7EF8BAB28644}" type="presParOf" srcId="{5B31A2F8-731F-3142-9250-68B25B08921B}" destId="{D868DAD2-E310-8F43-A407-6333AC65E4ED}" srcOrd="1" destOrd="0" presId="urn:microsoft.com/office/officeart/2005/8/layout/hierarchy1"/>
    <dgm:cxn modelId="{38736844-FD37-4B51-8ECA-605F4154D139}" type="presParOf" srcId="{96F9D759-329B-8447-ACE3-1D1908AF39CA}" destId="{E43D8B10-5787-D14E-B9FA-E7D8EE6FDE4F}" srcOrd="1" destOrd="0" presId="urn:microsoft.com/office/officeart/2005/8/layout/hierarchy1"/>
    <dgm:cxn modelId="{41EAAFDE-AF06-4786-BD9A-A88F08E543E7}" type="presParOf" srcId="{E43D8B10-5787-D14E-B9FA-E7D8EE6FDE4F}" destId="{5F7EDAEE-AFB2-1145-9746-5AE19E9F92D3}" srcOrd="0" destOrd="0" presId="urn:microsoft.com/office/officeart/2005/8/layout/hierarchy1"/>
    <dgm:cxn modelId="{41B43128-5EE1-41EF-875A-31F3CA15D9BF}" type="presParOf" srcId="{E43D8B10-5787-D14E-B9FA-E7D8EE6FDE4F}" destId="{F0EA369D-6E0F-574B-A3F0-572551C74A3F}" srcOrd="1" destOrd="0" presId="urn:microsoft.com/office/officeart/2005/8/layout/hierarchy1"/>
    <dgm:cxn modelId="{6614CCF4-5424-4A5F-BA32-E420EE0EF959}" type="presParOf" srcId="{F0EA369D-6E0F-574B-A3F0-572551C74A3F}" destId="{C25B6143-95B1-264C-97D6-00D6662E4060}" srcOrd="0" destOrd="0" presId="urn:microsoft.com/office/officeart/2005/8/layout/hierarchy1"/>
    <dgm:cxn modelId="{2A5E7C0A-E98E-4991-95FA-DCF7A0D42775}" type="presParOf" srcId="{C25B6143-95B1-264C-97D6-00D6662E4060}" destId="{27CAD266-EAE3-2A42-904D-42C85764CE0C}" srcOrd="0" destOrd="0" presId="urn:microsoft.com/office/officeart/2005/8/layout/hierarchy1"/>
    <dgm:cxn modelId="{6D9B27C6-2884-438B-8F52-395A825441BB}" type="presParOf" srcId="{C25B6143-95B1-264C-97D6-00D6662E4060}" destId="{3FFFB191-7A5B-F648-9ADA-E2E297B6B27E}" srcOrd="1" destOrd="0" presId="urn:microsoft.com/office/officeart/2005/8/layout/hierarchy1"/>
    <dgm:cxn modelId="{F94F01F7-8057-477E-A795-2FB6E95830DB}" type="presParOf" srcId="{F0EA369D-6E0F-574B-A3F0-572551C74A3F}" destId="{D8EBBF63-6A1E-BF47-8620-76A6ADA637B3}" srcOrd="1" destOrd="0" presId="urn:microsoft.com/office/officeart/2005/8/layout/hierarchy1"/>
    <dgm:cxn modelId="{436084D1-E033-48D7-A1A0-E7F39F633E5B}" type="presParOf" srcId="{D8EBBF63-6A1E-BF47-8620-76A6ADA637B3}" destId="{059FE831-3934-AA4C-81D9-A1165D6BA533}" srcOrd="0" destOrd="0" presId="urn:microsoft.com/office/officeart/2005/8/layout/hierarchy1"/>
    <dgm:cxn modelId="{352CCC5D-52FE-4E22-8FF7-084AD961FD3B}" type="presParOf" srcId="{D8EBBF63-6A1E-BF47-8620-76A6ADA637B3}" destId="{E277D6FD-6DCB-5543-93AA-93EA8001A69C}" srcOrd="1" destOrd="0" presId="urn:microsoft.com/office/officeart/2005/8/layout/hierarchy1"/>
    <dgm:cxn modelId="{8B83AEB9-8F9A-4ECB-B245-8447EAF0577C}" type="presParOf" srcId="{E277D6FD-6DCB-5543-93AA-93EA8001A69C}" destId="{5D83A187-D480-4746-BCFA-6A3C92B5A341}" srcOrd="0" destOrd="0" presId="urn:microsoft.com/office/officeart/2005/8/layout/hierarchy1"/>
    <dgm:cxn modelId="{E2614DD6-2E54-4B19-BFB9-DFB1B5094F9A}" type="presParOf" srcId="{5D83A187-D480-4746-BCFA-6A3C92B5A341}" destId="{B98F8870-53AF-2E47-8DC4-D3880E39DAC2}" srcOrd="0" destOrd="0" presId="urn:microsoft.com/office/officeart/2005/8/layout/hierarchy1"/>
    <dgm:cxn modelId="{9E1261CF-2FA7-4547-9F20-3A9D8DD77898}" type="presParOf" srcId="{5D83A187-D480-4746-BCFA-6A3C92B5A341}" destId="{C600CFF6-A683-1446-81BA-585206CB3A42}" srcOrd="1" destOrd="0" presId="urn:microsoft.com/office/officeart/2005/8/layout/hierarchy1"/>
    <dgm:cxn modelId="{6B3F19AB-61BB-4FD2-AF21-3132736B9951}" type="presParOf" srcId="{E277D6FD-6DCB-5543-93AA-93EA8001A69C}" destId="{A8343A08-0A89-5743-BD27-4D119D91232D}" srcOrd="1" destOrd="0" presId="urn:microsoft.com/office/officeart/2005/8/layout/hierarchy1"/>
    <dgm:cxn modelId="{A52213C1-5DD9-4131-85DC-491B3488F536}" type="presParOf" srcId="{D8EBBF63-6A1E-BF47-8620-76A6ADA637B3}" destId="{A50E9863-A52D-9549-A655-6F56C7EA8276}" srcOrd="2" destOrd="0" presId="urn:microsoft.com/office/officeart/2005/8/layout/hierarchy1"/>
    <dgm:cxn modelId="{8FDF8801-0773-4AA4-B1C2-81B56742C566}" type="presParOf" srcId="{D8EBBF63-6A1E-BF47-8620-76A6ADA637B3}" destId="{014B64B1-862B-1F40-8525-ECD3E67D97D9}" srcOrd="3" destOrd="0" presId="urn:microsoft.com/office/officeart/2005/8/layout/hierarchy1"/>
    <dgm:cxn modelId="{7E8D6D43-BA13-47AB-BDDD-100584F024AF}" type="presParOf" srcId="{014B64B1-862B-1F40-8525-ECD3E67D97D9}" destId="{5A66841A-B8BE-E244-99D3-DB1E85E10C35}" srcOrd="0" destOrd="0" presId="urn:microsoft.com/office/officeart/2005/8/layout/hierarchy1"/>
    <dgm:cxn modelId="{62DA5581-CB6D-4470-9450-406DCA020C46}" type="presParOf" srcId="{5A66841A-B8BE-E244-99D3-DB1E85E10C35}" destId="{C320C1A5-5933-7346-8BDE-9AEE18EED0D5}" srcOrd="0" destOrd="0" presId="urn:microsoft.com/office/officeart/2005/8/layout/hierarchy1"/>
    <dgm:cxn modelId="{9F87FA56-A150-49F5-B6FF-70C305ABB5E7}" type="presParOf" srcId="{5A66841A-B8BE-E244-99D3-DB1E85E10C35}" destId="{3F869B66-BEF4-EA49-A760-429C1E32A4A8}" srcOrd="1" destOrd="0" presId="urn:microsoft.com/office/officeart/2005/8/layout/hierarchy1"/>
    <dgm:cxn modelId="{CEF324F5-214D-4A06-8562-C3C7AAB2913E}" type="presParOf" srcId="{014B64B1-862B-1F40-8525-ECD3E67D97D9}" destId="{D5983698-DEAC-0047-BC3F-2C489D8B80B9}" srcOrd="1" destOrd="0" presId="urn:microsoft.com/office/officeart/2005/8/layout/hierarchy1"/>
    <dgm:cxn modelId="{3286B7F9-57BA-432A-B870-D15957329DA5}" type="presParOf" srcId="{E43D8B10-5787-D14E-B9FA-E7D8EE6FDE4F}" destId="{7A5A9C9D-5743-894D-9DC3-3B769CCB28E8}" srcOrd="2" destOrd="0" presId="urn:microsoft.com/office/officeart/2005/8/layout/hierarchy1"/>
    <dgm:cxn modelId="{ACE33C84-AEF8-4F4D-B7A1-1F88FF7D1207}" type="presParOf" srcId="{E43D8B10-5787-D14E-B9FA-E7D8EE6FDE4F}" destId="{635B408F-A789-4843-AF4F-742F5C478724}" srcOrd="3" destOrd="0" presId="urn:microsoft.com/office/officeart/2005/8/layout/hierarchy1"/>
    <dgm:cxn modelId="{3477E266-13F2-4AEC-B7D6-187F2A29DF5D}" type="presParOf" srcId="{635B408F-A789-4843-AF4F-742F5C478724}" destId="{5560BF9A-9B6F-1E47-822D-BE50ADE485DF}" srcOrd="0" destOrd="0" presId="urn:microsoft.com/office/officeart/2005/8/layout/hierarchy1"/>
    <dgm:cxn modelId="{6DC6A00C-02BC-479D-901F-EEBFC7614C9E}" type="presParOf" srcId="{5560BF9A-9B6F-1E47-822D-BE50ADE485DF}" destId="{B971B8B7-8197-DF40-94B7-D04DF948C93E}" srcOrd="0" destOrd="0" presId="urn:microsoft.com/office/officeart/2005/8/layout/hierarchy1"/>
    <dgm:cxn modelId="{C5197DE0-6623-4376-A1DF-BF241B259837}" type="presParOf" srcId="{5560BF9A-9B6F-1E47-822D-BE50ADE485DF}" destId="{400D3616-5140-9D4A-B0A6-0608E5978375}" srcOrd="1" destOrd="0" presId="urn:microsoft.com/office/officeart/2005/8/layout/hierarchy1"/>
    <dgm:cxn modelId="{98C9D535-E948-4861-A4A1-EC169FC44439}" type="presParOf" srcId="{635B408F-A789-4843-AF4F-742F5C478724}" destId="{94012332-EC24-4549-BD39-17E2E2558455}" srcOrd="1" destOrd="0" presId="urn:microsoft.com/office/officeart/2005/8/layout/hierarchy1"/>
    <dgm:cxn modelId="{1398F8EE-2750-4520-81E7-4DADBA4D9320}" type="presParOf" srcId="{94012332-EC24-4549-BD39-17E2E2558455}" destId="{FA0C2D16-F044-4174-BC3E-BD8D2BEDA833}" srcOrd="0" destOrd="0" presId="urn:microsoft.com/office/officeart/2005/8/layout/hierarchy1"/>
    <dgm:cxn modelId="{63876C65-4372-4E03-9604-424389D36850}" type="presParOf" srcId="{94012332-EC24-4549-BD39-17E2E2558455}" destId="{27F4C7F6-BAE1-4D95-83C9-98D6221E1AC8}" srcOrd="1" destOrd="0" presId="urn:microsoft.com/office/officeart/2005/8/layout/hierarchy1"/>
    <dgm:cxn modelId="{81987A36-A528-46FA-A06B-7D3F29655149}" type="presParOf" srcId="{27F4C7F6-BAE1-4D95-83C9-98D6221E1AC8}" destId="{2214666E-55FA-4F6E-BBE7-963F0247DC3F}" srcOrd="0" destOrd="0" presId="urn:microsoft.com/office/officeart/2005/8/layout/hierarchy1"/>
    <dgm:cxn modelId="{12E1FCAE-80C4-4D9A-B333-EDA5DD9641D6}" type="presParOf" srcId="{2214666E-55FA-4F6E-BBE7-963F0247DC3F}" destId="{057678B6-340D-4BF6-821D-919B3577312B}" srcOrd="0" destOrd="0" presId="urn:microsoft.com/office/officeart/2005/8/layout/hierarchy1"/>
    <dgm:cxn modelId="{4420DF09-7794-41BC-9335-E62F05162FA1}" type="presParOf" srcId="{2214666E-55FA-4F6E-BBE7-963F0247DC3F}" destId="{CA33249C-C81B-41FA-9DD8-2A0DA132C00E}" srcOrd="1" destOrd="0" presId="urn:microsoft.com/office/officeart/2005/8/layout/hierarchy1"/>
    <dgm:cxn modelId="{964ADFDC-8AF6-45C9-99E5-ED8827E42400}" type="presParOf" srcId="{27F4C7F6-BAE1-4D95-83C9-98D6221E1AC8}" destId="{5A6F606E-416A-45F5-8B80-C4066E951239}" srcOrd="1" destOrd="0" presId="urn:microsoft.com/office/officeart/2005/8/layout/hierarchy1"/>
    <dgm:cxn modelId="{64750D07-5AD2-429C-B3DE-FEE9318A51DC}" type="presParOf" srcId="{5A6F606E-416A-45F5-8B80-C4066E951239}" destId="{67500F1C-4A2F-4EAC-89DB-DE2CEE3F0727}" srcOrd="0" destOrd="0" presId="urn:microsoft.com/office/officeart/2005/8/layout/hierarchy1"/>
    <dgm:cxn modelId="{533ECA3F-3020-48A9-9F57-7B1152421D5B}" type="presParOf" srcId="{5A6F606E-416A-45F5-8B80-C4066E951239}" destId="{B8A7FD9A-AD7B-48ED-A07B-B8C15B5A0F3A}" srcOrd="1" destOrd="0" presId="urn:microsoft.com/office/officeart/2005/8/layout/hierarchy1"/>
    <dgm:cxn modelId="{496B2876-7484-4556-8CDE-C1FCD3672313}" type="presParOf" srcId="{B8A7FD9A-AD7B-48ED-A07B-B8C15B5A0F3A}" destId="{44A10004-6DE9-4821-B253-39FB8F332141}" srcOrd="0" destOrd="0" presId="urn:microsoft.com/office/officeart/2005/8/layout/hierarchy1"/>
    <dgm:cxn modelId="{F26742E0-82C4-4F6C-A835-FC296E0DFC69}" type="presParOf" srcId="{44A10004-6DE9-4821-B253-39FB8F332141}" destId="{C16A4362-9893-45E7-8F16-BC6AB0DCE51D}" srcOrd="0" destOrd="0" presId="urn:microsoft.com/office/officeart/2005/8/layout/hierarchy1"/>
    <dgm:cxn modelId="{4B9F6E26-AA41-4D17-8C1A-9156C3655105}" type="presParOf" srcId="{44A10004-6DE9-4821-B253-39FB8F332141}" destId="{7A607247-EAEC-4E15-888D-B7AA57EA84DB}" srcOrd="1" destOrd="0" presId="urn:microsoft.com/office/officeart/2005/8/layout/hierarchy1"/>
    <dgm:cxn modelId="{711DFFD2-6102-4DD1-AA41-3A59E8D9E367}" type="presParOf" srcId="{B8A7FD9A-AD7B-48ED-A07B-B8C15B5A0F3A}" destId="{6D03B4E1-D6AD-4416-A703-A5C265CB888E}" srcOrd="1" destOrd="0" presId="urn:microsoft.com/office/officeart/2005/8/layout/hierarchy1"/>
    <dgm:cxn modelId="{D367B31D-53BF-4257-A498-E3F2A4CBF78B}" type="presParOf" srcId="{158DD9B6-60BC-2441-9B3A-ABE4E09BA18B}" destId="{363CB994-25D6-3343-8FF2-3F44D7B39F3E}" srcOrd="2" destOrd="0" presId="urn:microsoft.com/office/officeart/2005/8/layout/hierarchy1"/>
    <dgm:cxn modelId="{CF40025F-9207-4D3A-A6A3-0B060FED0915}" type="presParOf" srcId="{158DD9B6-60BC-2441-9B3A-ABE4E09BA18B}" destId="{0517C462-0F20-474A-999F-2275B7CA1B26}" srcOrd="3" destOrd="0" presId="urn:microsoft.com/office/officeart/2005/8/layout/hierarchy1"/>
    <dgm:cxn modelId="{2A088474-887A-44B8-8466-C3830487D945}" type="presParOf" srcId="{0517C462-0F20-474A-999F-2275B7CA1B26}" destId="{53C3B555-F63D-CE45-9843-C980835FEDF2}" srcOrd="0" destOrd="0" presId="urn:microsoft.com/office/officeart/2005/8/layout/hierarchy1"/>
    <dgm:cxn modelId="{665BA95D-A6D9-4A08-8927-150837767F79}" type="presParOf" srcId="{53C3B555-F63D-CE45-9843-C980835FEDF2}" destId="{6D5BA4A2-8D20-0449-9E98-F0EF444A63FB}" srcOrd="0" destOrd="0" presId="urn:microsoft.com/office/officeart/2005/8/layout/hierarchy1"/>
    <dgm:cxn modelId="{D8E267C4-7DF3-4A2D-A072-182733C8CA76}" type="presParOf" srcId="{53C3B555-F63D-CE45-9843-C980835FEDF2}" destId="{FBAACFE0-43C6-F245-ADA4-A9A35786F27A}" srcOrd="1" destOrd="0" presId="urn:microsoft.com/office/officeart/2005/8/layout/hierarchy1"/>
    <dgm:cxn modelId="{3731C531-37DD-4EC2-9172-841CAC179585}" type="presParOf" srcId="{0517C462-0F20-474A-999F-2275B7CA1B26}" destId="{7131125B-E55F-734E-8098-71DEBEEDCC5A}" srcOrd="1" destOrd="0" presId="urn:microsoft.com/office/officeart/2005/8/layout/hierarchy1"/>
    <dgm:cxn modelId="{3B59EFBF-DDF9-4490-9156-0623D6D585B6}" type="presParOf" srcId="{7131125B-E55F-734E-8098-71DEBEEDCC5A}" destId="{5408A212-47CD-4D46-8FAB-27B848FD240A}" srcOrd="0" destOrd="0" presId="urn:microsoft.com/office/officeart/2005/8/layout/hierarchy1"/>
    <dgm:cxn modelId="{8733E806-87D3-48AD-B8F4-A280DE1AE731}" type="presParOf" srcId="{7131125B-E55F-734E-8098-71DEBEEDCC5A}" destId="{6DA1E2AD-2C79-CF4A-BF8F-DDC4BC3E8328}" srcOrd="1" destOrd="0" presId="urn:microsoft.com/office/officeart/2005/8/layout/hierarchy1"/>
    <dgm:cxn modelId="{1D6990B6-ADE3-4B9F-84DD-7176D5572642}" type="presParOf" srcId="{6DA1E2AD-2C79-CF4A-BF8F-DDC4BC3E8328}" destId="{B9EA2B61-DBD5-A141-BC4B-993F0F3A5C66}" srcOrd="0" destOrd="0" presId="urn:microsoft.com/office/officeart/2005/8/layout/hierarchy1"/>
    <dgm:cxn modelId="{1549D84E-3782-43CF-92CD-98F594A9CC49}" type="presParOf" srcId="{B9EA2B61-DBD5-A141-BC4B-993F0F3A5C66}" destId="{F7A0C49C-47A1-134D-818D-55E7FE493CB6}" srcOrd="0" destOrd="0" presId="urn:microsoft.com/office/officeart/2005/8/layout/hierarchy1"/>
    <dgm:cxn modelId="{08AC738C-C57E-42B2-8552-9DCB92CCE898}" type="presParOf" srcId="{B9EA2B61-DBD5-A141-BC4B-993F0F3A5C66}" destId="{37EEB28E-EED4-3D42-B6E7-4F1F94EEB9B5}" srcOrd="1" destOrd="0" presId="urn:microsoft.com/office/officeart/2005/8/layout/hierarchy1"/>
    <dgm:cxn modelId="{9E7AEE6C-0BDB-4A5B-893A-4C944321F29F}" type="presParOf" srcId="{6DA1E2AD-2C79-CF4A-BF8F-DDC4BC3E8328}" destId="{5495DD1B-8F92-3E46-8B7A-A4A0FD3EC739}" srcOrd="1" destOrd="0" presId="urn:microsoft.com/office/officeart/2005/8/layout/hierarchy1"/>
    <dgm:cxn modelId="{A4369279-182B-43A2-9403-015334D80E77}" type="presParOf" srcId="{5495DD1B-8F92-3E46-8B7A-A4A0FD3EC739}" destId="{337060B7-D3D4-F94E-B389-33AFD88D6377}" srcOrd="0" destOrd="0" presId="urn:microsoft.com/office/officeart/2005/8/layout/hierarchy1"/>
    <dgm:cxn modelId="{36EA0C44-92B9-4D08-AC8A-6F2A1C227ABB}" type="presParOf" srcId="{5495DD1B-8F92-3E46-8B7A-A4A0FD3EC739}" destId="{B2F0B8DB-094A-CE48-B70D-2EB4DA5FD022}" srcOrd="1" destOrd="0" presId="urn:microsoft.com/office/officeart/2005/8/layout/hierarchy1"/>
    <dgm:cxn modelId="{77E91C2B-B928-4882-A22C-D5C180F3C096}" type="presParOf" srcId="{B2F0B8DB-094A-CE48-B70D-2EB4DA5FD022}" destId="{BFAF98AD-2BE9-C045-9DC6-545127F0E7BF}" srcOrd="0" destOrd="0" presId="urn:microsoft.com/office/officeart/2005/8/layout/hierarchy1"/>
    <dgm:cxn modelId="{D8C8236A-1793-4AC2-A247-5AC60262AC18}" type="presParOf" srcId="{BFAF98AD-2BE9-C045-9DC6-545127F0E7BF}" destId="{2CCD2003-1084-6E45-A16F-8DD22C2F3363}" srcOrd="0" destOrd="0" presId="urn:microsoft.com/office/officeart/2005/8/layout/hierarchy1"/>
    <dgm:cxn modelId="{E10BFB69-5505-417E-9D70-C6A74B71E0B2}" type="presParOf" srcId="{BFAF98AD-2BE9-C045-9DC6-545127F0E7BF}" destId="{9870B9CA-F9A5-4E43-AED1-DF454225F6BE}" srcOrd="1" destOrd="0" presId="urn:microsoft.com/office/officeart/2005/8/layout/hierarchy1"/>
    <dgm:cxn modelId="{E5E72BE3-AF26-45EB-B092-C94170CBC5C0}" type="presParOf" srcId="{B2F0B8DB-094A-CE48-B70D-2EB4DA5FD022}" destId="{595335F3-78A3-4D46-9FAE-0177047895A2}" srcOrd="1" destOrd="0" presId="urn:microsoft.com/office/officeart/2005/8/layout/hierarchy1"/>
    <dgm:cxn modelId="{B67CC7D0-CB6F-48C7-AD01-137297156353}" type="presParOf" srcId="{5495DD1B-8F92-3E46-8B7A-A4A0FD3EC739}" destId="{F2409E12-FE7E-0B40-8ED9-46993E014F7D}" srcOrd="2" destOrd="0" presId="urn:microsoft.com/office/officeart/2005/8/layout/hierarchy1"/>
    <dgm:cxn modelId="{CBEBA4EC-6681-4CEE-8793-DC51C66ADCC6}" type="presParOf" srcId="{5495DD1B-8F92-3E46-8B7A-A4A0FD3EC739}" destId="{5C727061-6ECD-0646-8CB9-1ECA039C7992}" srcOrd="3" destOrd="0" presId="urn:microsoft.com/office/officeart/2005/8/layout/hierarchy1"/>
    <dgm:cxn modelId="{EB1D7879-F598-41F3-87D2-2D9247DE4842}" type="presParOf" srcId="{5C727061-6ECD-0646-8CB9-1ECA039C7992}" destId="{E687696C-B94D-AB46-B894-EAC5BA9F2A3B}" srcOrd="0" destOrd="0" presId="urn:microsoft.com/office/officeart/2005/8/layout/hierarchy1"/>
    <dgm:cxn modelId="{138D7F5C-F167-4F7D-8B79-69378CCB1223}" type="presParOf" srcId="{E687696C-B94D-AB46-B894-EAC5BA9F2A3B}" destId="{79156C9E-B7D6-044E-BDFF-0A9B633EEE56}" srcOrd="0" destOrd="0" presId="urn:microsoft.com/office/officeart/2005/8/layout/hierarchy1"/>
    <dgm:cxn modelId="{0CBAD99A-DDB5-4034-9A85-2E57631AD40E}" type="presParOf" srcId="{E687696C-B94D-AB46-B894-EAC5BA9F2A3B}" destId="{5735B7E3-EFC1-2649-A353-6DA6C57BE7F2}" srcOrd="1" destOrd="0" presId="urn:microsoft.com/office/officeart/2005/8/layout/hierarchy1"/>
    <dgm:cxn modelId="{EC752027-1865-4431-B43C-DE806474B74C}" type="presParOf" srcId="{5C727061-6ECD-0646-8CB9-1ECA039C7992}" destId="{878E7CB4-370B-C24B-95F9-B0A6FDC29E0C}" srcOrd="1" destOrd="0" presId="urn:microsoft.com/office/officeart/2005/8/layout/hierarchy1"/>
    <dgm:cxn modelId="{062D5886-6FA8-495B-84EE-82E1CB43B3E8}" type="presParOf" srcId="{5495DD1B-8F92-3E46-8B7A-A4A0FD3EC739}" destId="{F693BDAA-9A8E-FC45-932B-DEA151ED6822}" srcOrd="4" destOrd="0" presId="urn:microsoft.com/office/officeart/2005/8/layout/hierarchy1"/>
    <dgm:cxn modelId="{3BB6D289-4949-4AC6-B715-A4EEAC46F825}" type="presParOf" srcId="{5495DD1B-8F92-3E46-8B7A-A4A0FD3EC739}" destId="{6650A149-B299-6E43-961A-E2FE500539D9}" srcOrd="5" destOrd="0" presId="urn:microsoft.com/office/officeart/2005/8/layout/hierarchy1"/>
    <dgm:cxn modelId="{4BF95734-F8DD-44C2-ABA7-EB7ADECE5891}" type="presParOf" srcId="{6650A149-B299-6E43-961A-E2FE500539D9}" destId="{213DB7BE-979D-2E4D-8A13-5430705A0393}" srcOrd="0" destOrd="0" presId="urn:microsoft.com/office/officeart/2005/8/layout/hierarchy1"/>
    <dgm:cxn modelId="{81ECD0E1-651D-4E62-9AA6-F153BCCEC523}" type="presParOf" srcId="{213DB7BE-979D-2E4D-8A13-5430705A0393}" destId="{C19139E1-A0BD-5B49-997C-3539729C0F4B}" srcOrd="0" destOrd="0" presId="urn:microsoft.com/office/officeart/2005/8/layout/hierarchy1"/>
    <dgm:cxn modelId="{BDFBF27F-9E61-4685-A5F1-D05E165C10E3}" type="presParOf" srcId="{213DB7BE-979D-2E4D-8A13-5430705A0393}" destId="{83C2F6A7-B8DB-EA4F-8B79-DB7C685DAB41}" srcOrd="1" destOrd="0" presId="urn:microsoft.com/office/officeart/2005/8/layout/hierarchy1"/>
    <dgm:cxn modelId="{7EC51638-D518-4256-9C14-6B47F51CDA99}" type="presParOf" srcId="{6650A149-B299-6E43-961A-E2FE500539D9}" destId="{1A519290-889C-734F-BEF1-6FBA89657A64}" srcOrd="1" destOrd="0" presId="urn:microsoft.com/office/officeart/2005/8/layout/hierarchy1"/>
    <dgm:cxn modelId="{AEDF3B74-5C85-4418-8D49-4C9904A732F8}" type="presParOf" srcId="{5495DD1B-8F92-3E46-8B7A-A4A0FD3EC739}" destId="{8BBCA62D-46DF-DA41-A721-B30D64F12F51}" srcOrd="6" destOrd="0" presId="urn:microsoft.com/office/officeart/2005/8/layout/hierarchy1"/>
    <dgm:cxn modelId="{76219480-B54D-4419-B10F-4F391F5DA134}" type="presParOf" srcId="{5495DD1B-8F92-3E46-8B7A-A4A0FD3EC739}" destId="{B9830C9A-D20E-564A-A78F-221D5A7BDEDF}" srcOrd="7" destOrd="0" presId="urn:microsoft.com/office/officeart/2005/8/layout/hierarchy1"/>
    <dgm:cxn modelId="{356231AB-C6C0-425C-935C-3254574E1F67}" type="presParOf" srcId="{B9830C9A-D20E-564A-A78F-221D5A7BDEDF}" destId="{A049ED82-7D17-4E4B-801C-7ED2DA9C02C1}" srcOrd="0" destOrd="0" presId="urn:microsoft.com/office/officeart/2005/8/layout/hierarchy1"/>
    <dgm:cxn modelId="{75422808-4214-4EFF-A2BC-E7D11973EE4F}" type="presParOf" srcId="{A049ED82-7D17-4E4B-801C-7ED2DA9C02C1}" destId="{7BC15EF3-0DDB-9343-A8E7-056233817092}" srcOrd="0" destOrd="0" presId="urn:microsoft.com/office/officeart/2005/8/layout/hierarchy1"/>
    <dgm:cxn modelId="{151F9777-E237-4E85-8374-372321B5281D}" type="presParOf" srcId="{A049ED82-7D17-4E4B-801C-7ED2DA9C02C1}" destId="{83794B4D-0647-C949-BFC8-EF70C9EBF151}" srcOrd="1" destOrd="0" presId="urn:microsoft.com/office/officeart/2005/8/layout/hierarchy1"/>
    <dgm:cxn modelId="{73195A10-3072-488A-835B-8F46F57314B9}" type="presParOf" srcId="{B9830C9A-D20E-564A-A78F-221D5A7BDEDF}" destId="{76898DF3-9D6D-1B4C-A727-8F00CFE2E6C5}" srcOrd="1" destOrd="0" presId="urn:microsoft.com/office/officeart/2005/8/layout/hierarchy1"/>
    <dgm:cxn modelId="{82520B37-89D2-4DAE-9D22-34A507ABDBCC}" type="presParOf" srcId="{5495DD1B-8F92-3E46-8B7A-A4A0FD3EC739}" destId="{77F42F33-237C-4D9A-BAC1-A22FF11D6971}" srcOrd="8" destOrd="0" presId="urn:microsoft.com/office/officeart/2005/8/layout/hierarchy1"/>
    <dgm:cxn modelId="{7E38E8B1-A41F-4042-B65C-57375600286E}" type="presParOf" srcId="{5495DD1B-8F92-3E46-8B7A-A4A0FD3EC739}" destId="{E147F031-D420-4594-8122-8E6E2DAEB463}" srcOrd="9" destOrd="0" presId="urn:microsoft.com/office/officeart/2005/8/layout/hierarchy1"/>
    <dgm:cxn modelId="{03E32F2B-D295-4105-B0F4-523C9DDB0F94}" type="presParOf" srcId="{E147F031-D420-4594-8122-8E6E2DAEB463}" destId="{99B6EDA7-D1C3-4F31-8E8B-7DA290E91057}" srcOrd="0" destOrd="0" presId="urn:microsoft.com/office/officeart/2005/8/layout/hierarchy1"/>
    <dgm:cxn modelId="{24A87DAC-1725-4795-934A-AF095B728824}" type="presParOf" srcId="{99B6EDA7-D1C3-4F31-8E8B-7DA290E91057}" destId="{77224110-AFFD-4E72-A7C1-4BF908A783FD}" srcOrd="0" destOrd="0" presId="urn:microsoft.com/office/officeart/2005/8/layout/hierarchy1"/>
    <dgm:cxn modelId="{1A2C2C3E-9D23-4001-B723-ACA7ADEC4A68}" type="presParOf" srcId="{99B6EDA7-D1C3-4F31-8E8B-7DA290E91057}" destId="{0206E494-E5FF-43A9-BF9C-A4F64E79364C}" srcOrd="1" destOrd="0" presId="urn:microsoft.com/office/officeart/2005/8/layout/hierarchy1"/>
    <dgm:cxn modelId="{66666724-1A4F-4615-B53F-59CD7F95C69C}" type="presParOf" srcId="{E147F031-D420-4594-8122-8E6E2DAEB463}" destId="{9F30C2F0-689B-430D-A817-302F70CFC4B0}" srcOrd="1" destOrd="0" presId="urn:microsoft.com/office/officeart/2005/8/layout/hierarchy1"/>
    <dgm:cxn modelId="{035428BB-C900-4CFF-870D-8069AEBFE348}" type="presParOf" srcId="{5495DD1B-8F92-3E46-8B7A-A4A0FD3EC739}" destId="{43D9AB69-36F0-4FA9-9F5C-2AE0DB9A515D}" srcOrd="10" destOrd="0" presId="urn:microsoft.com/office/officeart/2005/8/layout/hierarchy1"/>
    <dgm:cxn modelId="{909870E7-ABB9-4D85-BCA3-CCD78DFB289A}" type="presParOf" srcId="{5495DD1B-8F92-3E46-8B7A-A4A0FD3EC739}" destId="{771F8909-FE65-43E8-BB77-32BEF9AB232B}" srcOrd="11" destOrd="0" presId="urn:microsoft.com/office/officeart/2005/8/layout/hierarchy1"/>
    <dgm:cxn modelId="{1A787585-C917-4FF0-9235-98C650E12121}" type="presParOf" srcId="{771F8909-FE65-43E8-BB77-32BEF9AB232B}" destId="{72392F63-065D-4975-B2B2-1B335000C9B9}" srcOrd="0" destOrd="0" presId="urn:microsoft.com/office/officeart/2005/8/layout/hierarchy1"/>
    <dgm:cxn modelId="{FD2D1E18-5573-4720-97B1-EDA565B11D86}" type="presParOf" srcId="{72392F63-065D-4975-B2B2-1B335000C9B9}" destId="{65430388-81C5-4873-A3D1-D4F3ADAEBF1E}" srcOrd="0" destOrd="0" presId="urn:microsoft.com/office/officeart/2005/8/layout/hierarchy1"/>
    <dgm:cxn modelId="{752A8B5C-C948-4F0E-AE26-00D1F9E0BABA}" type="presParOf" srcId="{72392F63-065D-4975-B2B2-1B335000C9B9}" destId="{CFB74E32-2F03-4B0D-87F5-FAD557C38A76}" srcOrd="1" destOrd="0" presId="urn:microsoft.com/office/officeart/2005/8/layout/hierarchy1"/>
    <dgm:cxn modelId="{07C3D0A1-AD59-4AC3-89BD-001326B61EEB}" type="presParOf" srcId="{771F8909-FE65-43E8-BB77-32BEF9AB232B}" destId="{2D8F5692-5F3C-4E62-AA5B-E566375667C7}" srcOrd="1" destOrd="0" presId="urn:microsoft.com/office/officeart/2005/8/layout/hierarchy1"/>
    <dgm:cxn modelId="{B11832DE-269A-4F46-BF9D-63F04996763D}" type="presParOf" srcId="{158DD9B6-60BC-2441-9B3A-ABE4E09BA18B}" destId="{F231F884-6F5B-C848-BBFF-43A5940A956B}" srcOrd="4" destOrd="0" presId="urn:microsoft.com/office/officeart/2005/8/layout/hierarchy1"/>
    <dgm:cxn modelId="{B77D5BD3-7AD0-40EC-9C4B-941A8A8C438D}" type="presParOf" srcId="{158DD9B6-60BC-2441-9B3A-ABE4E09BA18B}" destId="{FC86AE72-0A82-8C4B-A673-7708904C4EEF}" srcOrd="5" destOrd="0" presId="urn:microsoft.com/office/officeart/2005/8/layout/hierarchy1"/>
    <dgm:cxn modelId="{F1B64072-F27D-47E1-9840-55E73146EBDC}" type="presParOf" srcId="{FC86AE72-0A82-8C4B-A673-7708904C4EEF}" destId="{BC1B8EAF-2F18-E24D-BD86-0D90C97FA9EF}" srcOrd="0" destOrd="0" presId="urn:microsoft.com/office/officeart/2005/8/layout/hierarchy1"/>
    <dgm:cxn modelId="{E06B2CC3-0704-47FF-BF38-ACC10622F770}" type="presParOf" srcId="{BC1B8EAF-2F18-E24D-BD86-0D90C97FA9EF}" destId="{5F730CFB-B1DC-214D-A699-48CA2DB8DCBA}" srcOrd="0" destOrd="0" presId="urn:microsoft.com/office/officeart/2005/8/layout/hierarchy1"/>
    <dgm:cxn modelId="{FBB916E7-3C7B-45F5-91AD-88CF9128BA72}" type="presParOf" srcId="{BC1B8EAF-2F18-E24D-BD86-0D90C97FA9EF}" destId="{704FCE75-65B4-4940-8049-21723A96BD6C}" srcOrd="1" destOrd="0" presId="urn:microsoft.com/office/officeart/2005/8/layout/hierarchy1"/>
    <dgm:cxn modelId="{2C617769-BD65-4AC8-9194-219A781A4377}" type="presParOf" srcId="{FC86AE72-0A82-8C4B-A673-7708904C4EEF}" destId="{95DCBAF7-C96D-DD4C-8429-68EFDDF57072}" srcOrd="1" destOrd="0" presId="urn:microsoft.com/office/officeart/2005/8/layout/hierarchy1"/>
    <dgm:cxn modelId="{49B33A6B-7CAB-4D4C-9548-EA201FAF11E3}" type="presParOf" srcId="{95DCBAF7-C96D-DD4C-8429-68EFDDF57072}" destId="{CB170625-B302-E140-98D5-E17132BB5541}" srcOrd="0" destOrd="0" presId="urn:microsoft.com/office/officeart/2005/8/layout/hierarchy1"/>
    <dgm:cxn modelId="{B61FE42E-7487-4F6A-9C0A-4ED5492DA8C6}" type="presParOf" srcId="{95DCBAF7-C96D-DD4C-8429-68EFDDF57072}" destId="{E2BBE2FF-B979-4D4B-9A15-C7828622EFAA}" srcOrd="1" destOrd="0" presId="urn:microsoft.com/office/officeart/2005/8/layout/hierarchy1"/>
    <dgm:cxn modelId="{B48B3C13-FDA1-43BD-AE85-67236013D108}" type="presParOf" srcId="{E2BBE2FF-B979-4D4B-9A15-C7828622EFAA}" destId="{2B818E21-30EF-4244-B79C-F797BB845B67}" srcOrd="0" destOrd="0" presId="urn:microsoft.com/office/officeart/2005/8/layout/hierarchy1"/>
    <dgm:cxn modelId="{5606722D-B71F-43E8-8FA8-517C3F99CE53}" type="presParOf" srcId="{2B818E21-30EF-4244-B79C-F797BB845B67}" destId="{2DCC3036-0B92-6C48-918D-7A4A72D3008D}" srcOrd="0" destOrd="0" presId="urn:microsoft.com/office/officeart/2005/8/layout/hierarchy1"/>
    <dgm:cxn modelId="{D8CC630F-94EE-4A16-8BC1-693163389D53}" type="presParOf" srcId="{2B818E21-30EF-4244-B79C-F797BB845B67}" destId="{199134CF-3476-EF4E-BA54-83810A8EDF1A}" srcOrd="1" destOrd="0" presId="urn:microsoft.com/office/officeart/2005/8/layout/hierarchy1"/>
    <dgm:cxn modelId="{2936F12E-D481-4D1F-B597-0143E33D563C}" type="presParOf" srcId="{E2BBE2FF-B979-4D4B-9A15-C7828622EFAA}" destId="{313DDD89-4E21-8248-B4D4-275E06983B01}" srcOrd="1" destOrd="0" presId="urn:microsoft.com/office/officeart/2005/8/layout/hierarchy1"/>
    <dgm:cxn modelId="{11431D3F-3E29-48B0-AF47-31D82EAC41A4}" type="presParOf" srcId="{5C49ECAC-5568-E44A-857C-15EC9EF0E8A5}" destId="{7E10B0DA-187E-374C-A6AE-91CED635F384}" srcOrd="6" destOrd="0" presId="urn:microsoft.com/office/officeart/2005/8/layout/hierarchy1"/>
    <dgm:cxn modelId="{9AE914D2-1ADC-4F92-B644-301483442861}" type="presParOf" srcId="{5C49ECAC-5568-E44A-857C-15EC9EF0E8A5}" destId="{475CDCC4-99E6-AE40-993A-80ACB08444B9}" srcOrd="7" destOrd="0" presId="urn:microsoft.com/office/officeart/2005/8/layout/hierarchy1"/>
    <dgm:cxn modelId="{0B37F354-0B3F-4B77-98D9-29E936CB1F33}" type="presParOf" srcId="{475CDCC4-99E6-AE40-993A-80ACB08444B9}" destId="{80632959-F26E-0F42-B83D-0CD745A56344}" srcOrd="0" destOrd="0" presId="urn:microsoft.com/office/officeart/2005/8/layout/hierarchy1"/>
    <dgm:cxn modelId="{BC36AD1E-A008-43F6-ADD5-F3005DBB236D}" type="presParOf" srcId="{80632959-F26E-0F42-B83D-0CD745A56344}" destId="{C6889B4A-A1C3-AE4F-B359-EDC34D071562}" srcOrd="0" destOrd="0" presId="urn:microsoft.com/office/officeart/2005/8/layout/hierarchy1"/>
    <dgm:cxn modelId="{42D8D200-2B10-4496-8067-61CB9B35FE17}" type="presParOf" srcId="{80632959-F26E-0F42-B83D-0CD745A56344}" destId="{C7BFB9AC-490D-684C-AD05-725FCA559179}" srcOrd="1" destOrd="0" presId="urn:microsoft.com/office/officeart/2005/8/layout/hierarchy1"/>
    <dgm:cxn modelId="{1782FFBF-3C00-4A11-821C-0ABA4B7F1240}" type="presParOf" srcId="{475CDCC4-99E6-AE40-993A-80ACB08444B9}" destId="{2F49A084-5E89-8544-B0F0-F8BF8ECA93ED}" srcOrd="1" destOrd="0" presId="urn:microsoft.com/office/officeart/2005/8/layout/hierarchy1"/>
    <dgm:cxn modelId="{5E6DF8F2-4E59-4E84-B04D-3558E67763C0}" type="presParOf" srcId="{2F49A084-5E89-8544-B0F0-F8BF8ECA93ED}" destId="{2E414492-F43C-AA49-B51E-0ED6D0144652}" srcOrd="0" destOrd="0" presId="urn:microsoft.com/office/officeart/2005/8/layout/hierarchy1"/>
    <dgm:cxn modelId="{7AA61AAA-CA5F-4AFB-B407-0FCBEB7E0BE8}" type="presParOf" srcId="{2F49A084-5E89-8544-B0F0-F8BF8ECA93ED}" destId="{5525D7C2-81E4-FF4B-8B4D-0E636E9F643E}" srcOrd="1" destOrd="0" presId="urn:microsoft.com/office/officeart/2005/8/layout/hierarchy1"/>
    <dgm:cxn modelId="{7A62E366-788C-4620-BAC6-90F6FD54E19C}" type="presParOf" srcId="{5525D7C2-81E4-FF4B-8B4D-0E636E9F643E}" destId="{4F3A0766-3C68-594C-B679-35737288BD93}" srcOrd="0" destOrd="0" presId="urn:microsoft.com/office/officeart/2005/8/layout/hierarchy1"/>
    <dgm:cxn modelId="{D3BF757F-F1BA-4497-BF03-7764AC9DFF77}" type="presParOf" srcId="{4F3A0766-3C68-594C-B679-35737288BD93}" destId="{1A666A08-3657-A346-BA52-88A9FB0BBAAD}" srcOrd="0" destOrd="0" presId="urn:microsoft.com/office/officeart/2005/8/layout/hierarchy1"/>
    <dgm:cxn modelId="{0C1A2DDC-B205-4804-9465-7A665D79B781}" type="presParOf" srcId="{4F3A0766-3C68-594C-B679-35737288BD93}" destId="{9667A29C-175F-3046-887F-2D268E592584}" srcOrd="1" destOrd="0" presId="urn:microsoft.com/office/officeart/2005/8/layout/hierarchy1"/>
    <dgm:cxn modelId="{AC0C58D1-F622-4763-B827-5C6C4E752BB8}" type="presParOf" srcId="{5525D7C2-81E4-FF4B-8B4D-0E636E9F643E}" destId="{45A4F0D0-5A7C-A742-8F1A-1BE1A94228D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414492-F43C-AA49-B51E-0ED6D0144652}">
      <dsp:nvSpPr>
        <dsp:cNvPr id="0" name=""/>
        <dsp:cNvSpPr/>
      </dsp:nvSpPr>
      <dsp:spPr>
        <a:xfrm>
          <a:off x="11735349" y="2884218"/>
          <a:ext cx="91440" cy="1544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445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10B0DA-187E-374C-A6AE-91CED635F384}">
      <dsp:nvSpPr>
        <dsp:cNvPr id="0" name=""/>
        <dsp:cNvSpPr/>
      </dsp:nvSpPr>
      <dsp:spPr>
        <a:xfrm>
          <a:off x="6189046" y="2217983"/>
          <a:ext cx="5592022" cy="154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259"/>
              </a:lnTo>
              <a:lnTo>
                <a:pt x="5592022" y="105259"/>
              </a:lnTo>
              <a:lnTo>
                <a:pt x="5592022" y="15445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170625-B302-E140-98D5-E17132BB5541}">
      <dsp:nvSpPr>
        <dsp:cNvPr id="0" name=""/>
        <dsp:cNvSpPr/>
      </dsp:nvSpPr>
      <dsp:spPr>
        <a:xfrm>
          <a:off x="10789274" y="3201391"/>
          <a:ext cx="91440" cy="1544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445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31F884-6F5B-C848-BBFF-43A5940A956B}">
      <dsp:nvSpPr>
        <dsp:cNvPr id="0" name=""/>
        <dsp:cNvSpPr/>
      </dsp:nvSpPr>
      <dsp:spPr>
        <a:xfrm>
          <a:off x="8121550" y="2709687"/>
          <a:ext cx="2713443" cy="154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259"/>
              </a:lnTo>
              <a:lnTo>
                <a:pt x="2713443" y="105259"/>
              </a:lnTo>
              <a:lnTo>
                <a:pt x="2713443" y="154459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D9AB69-36F0-4FA9-9F5C-2AE0DB9A515D}">
      <dsp:nvSpPr>
        <dsp:cNvPr id="0" name=""/>
        <dsp:cNvSpPr/>
      </dsp:nvSpPr>
      <dsp:spPr>
        <a:xfrm>
          <a:off x="8321018" y="3693094"/>
          <a:ext cx="1704148" cy="154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259"/>
              </a:lnTo>
              <a:lnTo>
                <a:pt x="1704148" y="105259"/>
              </a:lnTo>
              <a:lnTo>
                <a:pt x="1704148" y="15445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F42F33-237C-4D9A-BAC1-A22FF11D6971}">
      <dsp:nvSpPr>
        <dsp:cNvPr id="0" name=""/>
        <dsp:cNvSpPr/>
      </dsp:nvSpPr>
      <dsp:spPr>
        <a:xfrm>
          <a:off x="8321018" y="3693094"/>
          <a:ext cx="1055034" cy="154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259"/>
              </a:lnTo>
              <a:lnTo>
                <a:pt x="1055034" y="105259"/>
              </a:lnTo>
              <a:lnTo>
                <a:pt x="1055034" y="15445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BCA62D-46DF-DA41-A721-B30D64F12F51}">
      <dsp:nvSpPr>
        <dsp:cNvPr id="0" name=""/>
        <dsp:cNvSpPr/>
      </dsp:nvSpPr>
      <dsp:spPr>
        <a:xfrm>
          <a:off x="8321018" y="3693094"/>
          <a:ext cx="405920" cy="154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259"/>
              </a:lnTo>
              <a:lnTo>
                <a:pt x="405920" y="105259"/>
              </a:lnTo>
              <a:lnTo>
                <a:pt x="405920" y="15445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93BDAA-9A8E-FC45-932B-DEA151ED6822}">
      <dsp:nvSpPr>
        <dsp:cNvPr id="0" name=""/>
        <dsp:cNvSpPr/>
      </dsp:nvSpPr>
      <dsp:spPr>
        <a:xfrm>
          <a:off x="8077825" y="3693094"/>
          <a:ext cx="243193" cy="154459"/>
        </a:xfrm>
        <a:custGeom>
          <a:avLst/>
          <a:gdLst/>
          <a:ahLst/>
          <a:cxnLst/>
          <a:rect l="0" t="0" r="0" b="0"/>
          <a:pathLst>
            <a:path>
              <a:moveTo>
                <a:pt x="243193" y="0"/>
              </a:moveTo>
              <a:lnTo>
                <a:pt x="243193" y="105259"/>
              </a:lnTo>
              <a:lnTo>
                <a:pt x="0" y="105259"/>
              </a:lnTo>
              <a:lnTo>
                <a:pt x="0" y="15445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2409E12-FE7E-0B40-8ED9-46993E014F7D}">
      <dsp:nvSpPr>
        <dsp:cNvPr id="0" name=""/>
        <dsp:cNvSpPr/>
      </dsp:nvSpPr>
      <dsp:spPr>
        <a:xfrm>
          <a:off x="7428711" y="3693094"/>
          <a:ext cx="892307" cy="154459"/>
        </a:xfrm>
        <a:custGeom>
          <a:avLst/>
          <a:gdLst/>
          <a:ahLst/>
          <a:cxnLst/>
          <a:rect l="0" t="0" r="0" b="0"/>
          <a:pathLst>
            <a:path>
              <a:moveTo>
                <a:pt x="892307" y="0"/>
              </a:moveTo>
              <a:lnTo>
                <a:pt x="892307" y="105259"/>
              </a:lnTo>
              <a:lnTo>
                <a:pt x="0" y="105259"/>
              </a:lnTo>
              <a:lnTo>
                <a:pt x="0" y="15445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060B7-D3D4-F94E-B389-33AFD88D6377}">
      <dsp:nvSpPr>
        <dsp:cNvPr id="0" name=""/>
        <dsp:cNvSpPr/>
      </dsp:nvSpPr>
      <dsp:spPr>
        <a:xfrm>
          <a:off x="6698234" y="3693094"/>
          <a:ext cx="1622784" cy="154459"/>
        </a:xfrm>
        <a:custGeom>
          <a:avLst/>
          <a:gdLst/>
          <a:ahLst/>
          <a:cxnLst/>
          <a:rect l="0" t="0" r="0" b="0"/>
          <a:pathLst>
            <a:path>
              <a:moveTo>
                <a:pt x="1622784" y="0"/>
              </a:moveTo>
              <a:lnTo>
                <a:pt x="1622784" y="105259"/>
              </a:lnTo>
              <a:lnTo>
                <a:pt x="0" y="105259"/>
              </a:lnTo>
              <a:lnTo>
                <a:pt x="0" y="15445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08A212-47CD-4D46-8FAB-27B848FD240A}">
      <dsp:nvSpPr>
        <dsp:cNvPr id="0" name=""/>
        <dsp:cNvSpPr/>
      </dsp:nvSpPr>
      <dsp:spPr>
        <a:xfrm>
          <a:off x="8275298" y="3201391"/>
          <a:ext cx="91440" cy="1544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445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3CB994-25D6-3343-8FF2-3F44D7B39F3E}">
      <dsp:nvSpPr>
        <dsp:cNvPr id="0" name=""/>
        <dsp:cNvSpPr/>
      </dsp:nvSpPr>
      <dsp:spPr>
        <a:xfrm>
          <a:off x="8121550" y="2709687"/>
          <a:ext cx="199468" cy="154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259"/>
              </a:lnTo>
              <a:lnTo>
                <a:pt x="199468" y="105259"/>
              </a:lnTo>
              <a:lnTo>
                <a:pt x="199468" y="154459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500F1C-4A2F-4EAC-89DB-DE2CEE3F0727}">
      <dsp:nvSpPr>
        <dsp:cNvPr id="0" name=""/>
        <dsp:cNvSpPr/>
      </dsp:nvSpPr>
      <dsp:spPr>
        <a:xfrm>
          <a:off x="5922036" y="4184798"/>
          <a:ext cx="91440" cy="1544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445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A0C2D16-F044-4174-BC3E-BD8D2BEDA833}">
      <dsp:nvSpPr>
        <dsp:cNvPr id="0" name=""/>
        <dsp:cNvSpPr/>
      </dsp:nvSpPr>
      <dsp:spPr>
        <a:xfrm>
          <a:off x="5922036" y="3693094"/>
          <a:ext cx="91440" cy="1544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445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5A9C9D-5743-894D-9DC3-3B769CCB28E8}">
      <dsp:nvSpPr>
        <dsp:cNvPr id="0" name=""/>
        <dsp:cNvSpPr/>
      </dsp:nvSpPr>
      <dsp:spPr>
        <a:xfrm>
          <a:off x="5408107" y="3201391"/>
          <a:ext cx="559649" cy="154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259"/>
              </a:lnTo>
              <a:lnTo>
                <a:pt x="559649" y="105259"/>
              </a:lnTo>
              <a:lnTo>
                <a:pt x="559649" y="15445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50E9863-A52D-9549-A655-6F56C7EA8276}">
      <dsp:nvSpPr>
        <dsp:cNvPr id="0" name=""/>
        <dsp:cNvSpPr/>
      </dsp:nvSpPr>
      <dsp:spPr>
        <a:xfrm>
          <a:off x="4910640" y="3841027"/>
          <a:ext cx="362368" cy="154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259"/>
              </a:lnTo>
              <a:lnTo>
                <a:pt x="362368" y="105259"/>
              </a:lnTo>
              <a:lnTo>
                <a:pt x="362368" y="15445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9FE831-3934-AA4C-81D9-A1165D6BA533}">
      <dsp:nvSpPr>
        <dsp:cNvPr id="0" name=""/>
        <dsp:cNvSpPr/>
      </dsp:nvSpPr>
      <dsp:spPr>
        <a:xfrm>
          <a:off x="4540449" y="3841027"/>
          <a:ext cx="370191" cy="154459"/>
        </a:xfrm>
        <a:custGeom>
          <a:avLst/>
          <a:gdLst/>
          <a:ahLst/>
          <a:cxnLst/>
          <a:rect l="0" t="0" r="0" b="0"/>
          <a:pathLst>
            <a:path>
              <a:moveTo>
                <a:pt x="370191" y="0"/>
              </a:moveTo>
              <a:lnTo>
                <a:pt x="370191" y="105259"/>
              </a:lnTo>
              <a:lnTo>
                <a:pt x="0" y="105259"/>
              </a:lnTo>
              <a:lnTo>
                <a:pt x="0" y="15445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7EDAEE-AFB2-1145-9746-5AE19E9F92D3}">
      <dsp:nvSpPr>
        <dsp:cNvPr id="0" name=""/>
        <dsp:cNvSpPr/>
      </dsp:nvSpPr>
      <dsp:spPr>
        <a:xfrm>
          <a:off x="4910640" y="3201391"/>
          <a:ext cx="497466" cy="154459"/>
        </a:xfrm>
        <a:custGeom>
          <a:avLst/>
          <a:gdLst/>
          <a:ahLst/>
          <a:cxnLst/>
          <a:rect l="0" t="0" r="0" b="0"/>
          <a:pathLst>
            <a:path>
              <a:moveTo>
                <a:pt x="497466" y="0"/>
              </a:moveTo>
              <a:lnTo>
                <a:pt x="497466" y="105259"/>
              </a:lnTo>
              <a:lnTo>
                <a:pt x="0" y="105259"/>
              </a:lnTo>
              <a:lnTo>
                <a:pt x="0" y="154459"/>
              </a:lnTo>
            </a:path>
          </a:pathLst>
        </a:custGeom>
        <a:noFill/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4AF905-DDF4-E241-A58B-D9F5E626544B}">
      <dsp:nvSpPr>
        <dsp:cNvPr id="0" name=""/>
        <dsp:cNvSpPr/>
      </dsp:nvSpPr>
      <dsp:spPr>
        <a:xfrm>
          <a:off x="5408107" y="2709687"/>
          <a:ext cx="2713443" cy="154459"/>
        </a:xfrm>
        <a:custGeom>
          <a:avLst/>
          <a:gdLst/>
          <a:ahLst/>
          <a:cxnLst/>
          <a:rect l="0" t="0" r="0" b="0"/>
          <a:pathLst>
            <a:path>
              <a:moveTo>
                <a:pt x="2713443" y="0"/>
              </a:moveTo>
              <a:lnTo>
                <a:pt x="2713443" y="105259"/>
              </a:lnTo>
              <a:lnTo>
                <a:pt x="0" y="105259"/>
              </a:lnTo>
              <a:lnTo>
                <a:pt x="0" y="154459"/>
              </a:lnTo>
            </a:path>
          </a:pathLst>
        </a:custGeom>
        <a:noFill/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E9D8D9-F63B-0243-A497-F16166EB0CBB}">
      <dsp:nvSpPr>
        <dsp:cNvPr id="0" name=""/>
        <dsp:cNvSpPr/>
      </dsp:nvSpPr>
      <dsp:spPr>
        <a:xfrm>
          <a:off x="6189046" y="2217983"/>
          <a:ext cx="1932504" cy="154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259"/>
              </a:lnTo>
              <a:lnTo>
                <a:pt x="1932504" y="105259"/>
              </a:lnTo>
              <a:lnTo>
                <a:pt x="1932504" y="15445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E1BB33-40D6-4258-B119-AE3425F2119B}">
      <dsp:nvSpPr>
        <dsp:cNvPr id="0" name=""/>
        <dsp:cNvSpPr/>
      </dsp:nvSpPr>
      <dsp:spPr>
        <a:xfrm>
          <a:off x="3874786" y="3267254"/>
          <a:ext cx="324556" cy="154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259"/>
              </a:lnTo>
              <a:lnTo>
                <a:pt x="324556" y="105259"/>
              </a:lnTo>
              <a:lnTo>
                <a:pt x="324556" y="15445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7FB79E-998F-42EB-BE63-7922D9280911}">
      <dsp:nvSpPr>
        <dsp:cNvPr id="0" name=""/>
        <dsp:cNvSpPr/>
      </dsp:nvSpPr>
      <dsp:spPr>
        <a:xfrm>
          <a:off x="3550229" y="3267254"/>
          <a:ext cx="324556" cy="154459"/>
        </a:xfrm>
        <a:custGeom>
          <a:avLst/>
          <a:gdLst/>
          <a:ahLst/>
          <a:cxnLst/>
          <a:rect l="0" t="0" r="0" b="0"/>
          <a:pathLst>
            <a:path>
              <a:moveTo>
                <a:pt x="324556" y="0"/>
              </a:moveTo>
              <a:lnTo>
                <a:pt x="324556" y="105259"/>
              </a:lnTo>
              <a:lnTo>
                <a:pt x="0" y="105259"/>
              </a:lnTo>
              <a:lnTo>
                <a:pt x="0" y="15445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BA04DA-4E69-44A0-BC8C-D75451090CAE}">
      <dsp:nvSpPr>
        <dsp:cNvPr id="0" name=""/>
        <dsp:cNvSpPr/>
      </dsp:nvSpPr>
      <dsp:spPr>
        <a:xfrm>
          <a:off x="2858044" y="2709687"/>
          <a:ext cx="1016742" cy="154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259"/>
              </a:lnTo>
              <a:lnTo>
                <a:pt x="1016742" y="105259"/>
              </a:lnTo>
              <a:lnTo>
                <a:pt x="1016742" y="15445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C5039D-A813-4A7E-80D3-DD8247EBD73E}">
      <dsp:nvSpPr>
        <dsp:cNvPr id="0" name=""/>
        <dsp:cNvSpPr/>
      </dsp:nvSpPr>
      <dsp:spPr>
        <a:xfrm>
          <a:off x="2855396" y="3304247"/>
          <a:ext cx="91440" cy="1544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445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3642F9-6F40-4900-AC76-4DEE5617D27A}">
      <dsp:nvSpPr>
        <dsp:cNvPr id="0" name=""/>
        <dsp:cNvSpPr/>
      </dsp:nvSpPr>
      <dsp:spPr>
        <a:xfrm>
          <a:off x="2812324" y="2709687"/>
          <a:ext cx="91440" cy="15445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05259"/>
              </a:lnTo>
              <a:lnTo>
                <a:pt x="88791" y="105259"/>
              </a:lnTo>
              <a:lnTo>
                <a:pt x="88791" y="15445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103F87-391A-4892-A5D7-7A5E507DDE7C}">
      <dsp:nvSpPr>
        <dsp:cNvPr id="0" name=""/>
        <dsp:cNvSpPr/>
      </dsp:nvSpPr>
      <dsp:spPr>
        <a:xfrm>
          <a:off x="1901594" y="3201391"/>
          <a:ext cx="324556" cy="154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259"/>
              </a:lnTo>
              <a:lnTo>
                <a:pt x="324556" y="105259"/>
              </a:lnTo>
              <a:lnTo>
                <a:pt x="324556" y="15445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D694600-E3C2-49F5-9F56-9A2DEE365938}">
      <dsp:nvSpPr>
        <dsp:cNvPr id="0" name=""/>
        <dsp:cNvSpPr/>
      </dsp:nvSpPr>
      <dsp:spPr>
        <a:xfrm>
          <a:off x="1577038" y="3201391"/>
          <a:ext cx="324556" cy="154459"/>
        </a:xfrm>
        <a:custGeom>
          <a:avLst/>
          <a:gdLst/>
          <a:ahLst/>
          <a:cxnLst/>
          <a:rect l="0" t="0" r="0" b="0"/>
          <a:pathLst>
            <a:path>
              <a:moveTo>
                <a:pt x="324556" y="0"/>
              </a:moveTo>
              <a:lnTo>
                <a:pt x="324556" y="105259"/>
              </a:lnTo>
              <a:lnTo>
                <a:pt x="0" y="105259"/>
              </a:lnTo>
              <a:lnTo>
                <a:pt x="0" y="154459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4D4A2F-9BFD-8B4F-A3F7-0D2A7E4C3E7E}">
      <dsp:nvSpPr>
        <dsp:cNvPr id="0" name=""/>
        <dsp:cNvSpPr/>
      </dsp:nvSpPr>
      <dsp:spPr>
        <a:xfrm>
          <a:off x="1901594" y="2709687"/>
          <a:ext cx="956449" cy="154459"/>
        </a:xfrm>
        <a:custGeom>
          <a:avLst/>
          <a:gdLst/>
          <a:ahLst/>
          <a:cxnLst/>
          <a:rect l="0" t="0" r="0" b="0"/>
          <a:pathLst>
            <a:path>
              <a:moveTo>
                <a:pt x="956449" y="0"/>
              </a:moveTo>
              <a:lnTo>
                <a:pt x="956449" y="105259"/>
              </a:lnTo>
              <a:lnTo>
                <a:pt x="0" y="105259"/>
              </a:lnTo>
              <a:lnTo>
                <a:pt x="0" y="15445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FFA7558-0139-FA4C-979C-AB56256C62DB}">
      <dsp:nvSpPr>
        <dsp:cNvPr id="0" name=""/>
        <dsp:cNvSpPr/>
      </dsp:nvSpPr>
      <dsp:spPr>
        <a:xfrm>
          <a:off x="2858044" y="2217983"/>
          <a:ext cx="3331001" cy="154459"/>
        </a:xfrm>
        <a:custGeom>
          <a:avLst/>
          <a:gdLst/>
          <a:ahLst/>
          <a:cxnLst/>
          <a:rect l="0" t="0" r="0" b="0"/>
          <a:pathLst>
            <a:path>
              <a:moveTo>
                <a:pt x="3331001" y="0"/>
              </a:moveTo>
              <a:lnTo>
                <a:pt x="3331001" y="105259"/>
              </a:lnTo>
              <a:lnTo>
                <a:pt x="0" y="105259"/>
              </a:lnTo>
              <a:lnTo>
                <a:pt x="0" y="15445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68BC0A-EDF7-E349-B498-3CBB7AA07288}">
      <dsp:nvSpPr>
        <dsp:cNvPr id="0" name=""/>
        <dsp:cNvSpPr/>
      </dsp:nvSpPr>
      <dsp:spPr>
        <a:xfrm>
          <a:off x="598258" y="2709687"/>
          <a:ext cx="334820" cy="15445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5259"/>
              </a:lnTo>
              <a:lnTo>
                <a:pt x="334820" y="105259"/>
              </a:lnTo>
              <a:lnTo>
                <a:pt x="334820" y="15445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1C142D-CC01-1143-97E8-88E8F2B4524A}">
      <dsp:nvSpPr>
        <dsp:cNvPr id="0" name=""/>
        <dsp:cNvSpPr/>
      </dsp:nvSpPr>
      <dsp:spPr>
        <a:xfrm>
          <a:off x="278855" y="2709687"/>
          <a:ext cx="319402" cy="154459"/>
        </a:xfrm>
        <a:custGeom>
          <a:avLst/>
          <a:gdLst/>
          <a:ahLst/>
          <a:cxnLst/>
          <a:rect l="0" t="0" r="0" b="0"/>
          <a:pathLst>
            <a:path>
              <a:moveTo>
                <a:pt x="319402" y="0"/>
              </a:moveTo>
              <a:lnTo>
                <a:pt x="319402" y="105259"/>
              </a:lnTo>
              <a:lnTo>
                <a:pt x="0" y="105259"/>
              </a:lnTo>
              <a:lnTo>
                <a:pt x="0" y="154459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4C0382-73AB-AD40-BC20-ACDA75959C27}">
      <dsp:nvSpPr>
        <dsp:cNvPr id="0" name=""/>
        <dsp:cNvSpPr/>
      </dsp:nvSpPr>
      <dsp:spPr>
        <a:xfrm>
          <a:off x="598258" y="2217983"/>
          <a:ext cx="5590788" cy="154459"/>
        </a:xfrm>
        <a:custGeom>
          <a:avLst/>
          <a:gdLst/>
          <a:ahLst/>
          <a:cxnLst/>
          <a:rect l="0" t="0" r="0" b="0"/>
          <a:pathLst>
            <a:path>
              <a:moveTo>
                <a:pt x="5590788" y="0"/>
              </a:moveTo>
              <a:lnTo>
                <a:pt x="5590788" y="105259"/>
              </a:lnTo>
              <a:lnTo>
                <a:pt x="0" y="105259"/>
              </a:lnTo>
              <a:lnTo>
                <a:pt x="0" y="154459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3EB40CF-C469-C042-9AAC-9E65599A2A8E}">
      <dsp:nvSpPr>
        <dsp:cNvPr id="0" name=""/>
        <dsp:cNvSpPr/>
      </dsp:nvSpPr>
      <dsp:spPr>
        <a:xfrm>
          <a:off x="4961793" y="476579"/>
          <a:ext cx="2454505" cy="174140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5B3781-273D-0148-87CB-FBE8B43D31EF}">
      <dsp:nvSpPr>
        <dsp:cNvPr id="0" name=""/>
        <dsp:cNvSpPr/>
      </dsp:nvSpPr>
      <dsp:spPr>
        <a:xfrm>
          <a:off x="5020803" y="532639"/>
          <a:ext cx="2454505" cy="17414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Create an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‘</a:t>
          </a:r>
          <a:r>
            <a:rPr lang="en-GB" sz="2400" b="1" kern="1200" dirty="0" err="1"/>
            <a:t>SkillConnect</a:t>
          </a:r>
          <a:r>
            <a:rPr lang="en-GB" sz="2400" b="1" kern="1200" dirty="0"/>
            <a:t>’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/>
            <a:t>as per Industry Ways of Working</a:t>
          </a:r>
        </a:p>
      </dsp:txBody>
      <dsp:txXfrm>
        <a:off x="5071807" y="583643"/>
        <a:ext cx="2352497" cy="1639396"/>
      </dsp:txXfrm>
    </dsp:sp>
    <dsp:sp modelId="{98C76165-9034-1643-9104-9B92F7A95E7E}">
      <dsp:nvSpPr>
        <dsp:cNvPr id="0" name=""/>
        <dsp:cNvSpPr/>
      </dsp:nvSpPr>
      <dsp:spPr>
        <a:xfrm>
          <a:off x="248148" y="2372443"/>
          <a:ext cx="700219" cy="33724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BC48F8-BC78-354B-8D25-7D5CBB308992}">
      <dsp:nvSpPr>
        <dsp:cNvPr id="0" name=""/>
        <dsp:cNvSpPr/>
      </dsp:nvSpPr>
      <dsp:spPr>
        <a:xfrm>
          <a:off x="307158" y="2428503"/>
          <a:ext cx="700219" cy="33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INITIATION</a:t>
          </a:r>
        </a:p>
      </dsp:txBody>
      <dsp:txXfrm>
        <a:off x="317036" y="2438381"/>
        <a:ext cx="680463" cy="317488"/>
      </dsp:txXfrm>
    </dsp:sp>
    <dsp:sp modelId="{44BEB450-4BCD-F54F-A322-73AA595A8A41}">
      <dsp:nvSpPr>
        <dsp:cNvPr id="0" name=""/>
        <dsp:cNvSpPr/>
      </dsp:nvSpPr>
      <dsp:spPr>
        <a:xfrm>
          <a:off x="3045" y="2864147"/>
          <a:ext cx="551619" cy="104059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2858DA-3FBC-224B-94F4-A3E62BFB3CA0}">
      <dsp:nvSpPr>
        <dsp:cNvPr id="0" name=""/>
        <dsp:cNvSpPr/>
      </dsp:nvSpPr>
      <dsp:spPr>
        <a:xfrm>
          <a:off x="62055" y="2920206"/>
          <a:ext cx="551619" cy="104059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/>
            <a:t>Develop Project Charter</a:t>
          </a:r>
          <a:endParaRPr lang="en-GB" sz="1200" kern="1200" dirty="0"/>
        </a:p>
      </dsp:txBody>
      <dsp:txXfrm>
        <a:off x="78211" y="2936362"/>
        <a:ext cx="519307" cy="1008285"/>
      </dsp:txXfrm>
    </dsp:sp>
    <dsp:sp modelId="{FEEC3C17-77DE-4445-9F57-EC26BC3F2F4C}">
      <dsp:nvSpPr>
        <dsp:cNvPr id="0" name=""/>
        <dsp:cNvSpPr/>
      </dsp:nvSpPr>
      <dsp:spPr>
        <a:xfrm>
          <a:off x="672686" y="2864147"/>
          <a:ext cx="520784" cy="8583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EDF970-CC88-124A-A9E9-A1462E464C5C}">
      <dsp:nvSpPr>
        <dsp:cNvPr id="0" name=""/>
        <dsp:cNvSpPr/>
      </dsp:nvSpPr>
      <dsp:spPr>
        <a:xfrm>
          <a:off x="731696" y="2920206"/>
          <a:ext cx="520784" cy="85831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/>
            <a:t>Identify Stakeholders</a:t>
          </a:r>
          <a:endParaRPr lang="en-GB" sz="1200" kern="1200" dirty="0"/>
        </a:p>
      </dsp:txBody>
      <dsp:txXfrm>
        <a:off x="746949" y="2935459"/>
        <a:ext cx="490278" cy="827807"/>
      </dsp:txXfrm>
    </dsp:sp>
    <dsp:sp modelId="{10ED8AD8-C95D-7F46-8284-6BFFCB8023D0}">
      <dsp:nvSpPr>
        <dsp:cNvPr id="0" name=""/>
        <dsp:cNvSpPr/>
      </dsp:nvSpPr>
      <dsp:spPr>
        <a:xfrm>
          <a:off x="2592498" y="2372443"/>
          <a:ext cx="531093" cy="33724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004470-AE31-6542-BE4E-74C32357678F}">
      <dsp:nvSpPr>
        <dsp:cNvPr id="0" name=""/>
        <dsp:cNvSpPr/>
      </dsp:nvSpPr>
      <dsp:spPr>
        <a:xfrm>
          <a:off x="2651508" y="2428503"/>
          <a:ext cx="531093" cy="33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PLANNING</a:t>
          </a:r>
        </a:p>
      </dsp:txBody>
      <dsp:txXfrm>
        <a:off x="2661386" y="2438381"/>
        <a:ext cx="511337" cy="317488"/>
      </dsp:txXfrm>
    </dsp:sp>
    <dsp:sp modelId="{6E16703E-D480-984D-B802-173E140186A1}">
      <dsp:nvSpPr>
        <dsp:cNvPr id="0" name=""/>
        <dsp:cNvSpPr/>
      </dsp:nvSpPr>
      <dsp:spPr>
        <a:xfrm>
          <a:off x="1400370" y="2864147"/>
          <a:ext cx="1002448" cy="33724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5637A-7683-4A41-B519-CE080C5D3C7D}">
      <dsp:nvSpPr>
        <dsp:cNvPr id="0" name=""/>
        <dsp:cNvSpPr/>
      </dsp:nvSpPr>
      <dsp:spPr>
        <a:xfrm>
          <a:off x="1459380" y="2920206"/>
          <a:ext cx="1002448" cy="33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/>
            <a:t>Requirement Gathering</a:t>
          </a:r>
          <a:endParaRPr lang="en-GB" sz="1200" kern="1200" dirty="0"/>
        </a:p>
      </dsp:txBody>
      <dsp:txXfrm>
        <a:off x="1469258" y="2930084"/>
        <a:ext cx="982692" cy="317488"/>
      </dsp:txXfrm>
    </dsp:sp>
    <dsp:sp modelId="{30F2F000-50B2-4B0B-84F2-7E51D1BE26A7}">
      <dsp:nvSpPr>
        <dsp:cNvPr id="0" name=""/>
        <dsp:cNvSpPr/>
      </dsp:nvSpPr>
      <dsp:spPr>
        <a:xfrm>
          <a:off x="1311491" y="3355850"/>
          <a:ext cx="531093" cy="33724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6DB29B-1D74-4957-B3D9-427F295A608F}">
      <dsp:nvSpPr>
        <dsp:cNvPr id="0" name=""/>
        <dsp:cNvSpPr/>
      </dsp:nvSpPr>
      <dsp:spPr>
        <a:xfrm>
          <a:off x="1370501" y="3411910"/>
          <a:ext cx="531093" cy="33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0" i="0" kern="1200" dirty="0" err="1"/>
            <a:t>Analyze</a:t>
          </a:r>
          <a:r>
            <a:rPr lang="en-IN" sz="500" b="0" i="0" kern="1200" dirty="0"/>
            <a:t> User Requirements</a:t>
          </a:r>
          <a:endParaRPr lang="en-IN" sz="500" kern="1200" dirty="0"/>
        </a:p>
      </dsp:txBody>
      <dsp:txXfrm>
        <a:off x="1380379" y="3421788"/>
        <a:ext cx="511337" cy="317488"/>
      </dsp:txXfrm>
    </dsp:sp>
    <dsp:sp modelId="{51DAB033-2F13-4C04-966E-4EE58013F7E9}">
      <dsp:nvSpPr>
        <dsp:cNvPr id="0" name=""/>
        <dsp:cNvSpPr/>
      </dsp:nvSpPr>
      <dsp:spPr>
        <a:xfrm>
          <a:off x="1960605" y="3355850"/>
          <a:ext cx="531093" cy="33724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6E6BED-F617-4966-AC64-4106B1F39CD5}">
      <dsp:nvSpPr>
        <dsp:cNvPr id="0" name=""/>
        <dsp:cNvSpPr/>
      </dsp:nvSpPr>
      <dsp:spPr>
        <a:xfrm>
          <a:off x="2019615" y="3411910"/>
          <a:ext cx="531093" cy="33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0" i="0" kern="1200" dirty="0"/>
            <a:t>Create SRS Document</a:t>
          </a:r>
          <a:endParaRPr lang="en-IN" sz="500" kern="1200" dirty="0"/>
        </a:p>
      </dsp:txBody>
      <dsp:txXfrm>
        <a:off x="2029493" y="3421788"/>
        <a:ext cx="511337" cy="317488"/>
      </dsp:txXfrm>
    </dsp:sp>
    <dsp:sp modelId="{CF18A27E-D96C-4470-B5A2-373E9214E8E4}">
      <dsp:nvSpPr>
        <dsp:cNvPr id="0" name=""/>
        <dsp:cNvSpPr/>
      </dsp:nvSpPr>
      <dsp:spPr>
        <a:xfrm>
          <a:off x="2520840" y="2864147"/>
          <a:ext cx="760551" cy="44010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C9CCEB-E07E-401F-AADD-DFB93C515353}">
      <dsp:nvSpPr>
        <dsp:cNvPr id="0" name=""/>
        <dsp:cNvSpPr/>
      </dsp:nvSpPr>
      <dsp:spPr>
        <a:xfrm>
          <a:off x="2579850" y="2920206"/>
          <a:ext cx="760551" cy="4401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/>
            <a:t>Implementation Planning</a:t>
          </a:r>
          <a:endParaRPr lang="en-GB" sz="1200" kern="1200" dirty="0"/>
        </a:p>
      </dsp:txBody>
      <dsp:txXfrm>
        <a:off x="2592740" y="2933096"/>
        <a:ext cx="734771" cy="414320"/>
      </dsp:txXfrm>
    </dsp:sp>
    <dsp:sp modelId="{4CEED850-2477-49F5-8A40-E6F8697AE1F5}">
      <dsp:nvSpPr>
        <dsp:cNvPr id="0" name=""/>
        <dsp:cNvSpPr/>
      </dsp:nvSpPr>
      <dsp:spPr>
        <a:xfrm>
          <a:off x="2635569" y="3458706"/>
          <a:ext cx="531093" cy="33724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F0A991-4B7E-4CA3-9E47-A927D435531A}">
      <dsp:nvSpPr>
        <dsp:cNvPr id="0" name=""/>
        <dsp:cNvSpPr/>
      </dsp:nvSpPr>
      <dsp:spPr>
        <a:xfrm>
          <a:off x="2694579" y="3514766"/>
          <a:ext cx="531093" cy="33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0" i="0" kern="1200" dirty="0"/>
            <a:t>Define Coding Standards</a:t>
          </a:r>
          <a:endParaRPr lang="en-IN" sz="500" kern="1200" dirty="0"/>
        </a:p>
      </dsp:txBody>
      <dsp:txXfrm>
        <a:off x="2704457" y="3524644"/>
        <a:ext cx="511337" cy="317488"/>
      </dsp:txXfrm>
    </dsp:sp>
    <dsp:sp modelId="{F354EAE8-5F9F-4DA7-8F5E-32AD94A38653}">
      <dsp:nvSpPr>
        <dsp:cNvPr id="0" name=""/>
        <dsp:cNvSpPr/>
      </dsp:nvSpPr>
      <dsp:spPr>
        <a:xfrm>
          <a:off x="3433854" y="2864147"/>
          <a:ext cx="881864" cy="40310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451533-3CFF-47E8-97EF-DF9C4CD29629}">
      <dsp:nvSpPr>
        <dsp:cNvPr id="0" name=""/>
        <dsp:cNvSpPr/>
      </dsp:nvSpPr>
      <dsp:spPr>
        <a:xfrm>
          <a:off x="3492865" y="2920206"/>
          <a:ext cx="881864" cy="40310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/>
            <a:t>Schedule &amp; Resource Planning</a:t>
          </a:r>
          <a:endParaRPr lang="en-GB" sz="1200" kern="1200" dirty="0"/>
        </a:p>
      </dsp:txBody>
      <dsp:txXfrm>
        <a:off x="3504672" y="2932013"/>
        <a:ext cx="858250" cy="379493"/>
      </dsp:txXfrm>
    </dsp:sp>
    <dsp:sp modelId="{8750984C-72FD-4699-AB2E-A6E58CD01464}">
      <dsp:nvSpPr>
        <dsp:cNvPr id="0" name=""/>
        <dsp:cNvSpPr/>
      </dsp:nvSpPr>
      <dsp:spPr>
        <a:xfrm>
          <a:off x="3284683" y="3421714"/>
          <a:ext cx="531093" cy="33724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202CBA-F442-4C95-9D6C-46C8492BF1C4}">
      <dsp:nvSpPr>
        <dsp:cNvPr id="0" name=""/>
        <dsp:cNvSpPr/>
      </dsp:nvSpPr>
      <dsp:spPr>
        <a:xfrm>
          <a:off x="3343693" y="3477774"/>
          <a:ext cx="531093" cy="33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0" i="0" kern="1200" dirty="0"/>
            <a:t>Create Project Schedule</a:t>
          </a:r>
          <a:endParaRPr lang="en-IN" sz="500" kern="1200" dirty="0"/>
        </a:p>
      </dsp:txBody>
      <dsp:txXfrm>
        <a:off x="3353571" y="3487652"/>
        <a:ext cx="511337" cy="317488"/>
      </dsp:txXfrm>
    </dsp:sp>
    <dsp:sp modelId="{D981962B-28C6-4203-AB5B-3FDED036816E}">
      <dsp:nvSpPr>
        <dsp:cNvPr id="0" name=""/>
        <dsp:cNvSpPr/>
      </dsp:nvSpPr>
      <dsp:spPr>
        <a:xfrm>
          <a:off x="3933797" y="3421714"/>
          <a:ext cx="531093" cy="33724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A10A92-7BFC-41EF-8B1E-C7DC997DF4F6}">
      <dsp:nvSpPr>
        <dsp:cNvPr id="0" name=""/>
        <dsp:cNvSpPr/>
      </dsp:nvSpPr>
      <dsp:spPr>
        <a:xfrm>
          <a:off x="3992807" y="3477774"/>
          <a:ext cx="531093" cy="33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0" i="0" kern="1200" dirty="0"/>
            <a:t>Allocate Tasks</a:t>
          </a:r>
          <a:endParaRPr lang="en-IN" sz="500" kern="1200" dirty="0"/>
        </a:p>
      </dsp:txBody>
      <dsp:txXfrm>
        <a:off x="4002685" y="3487652"/>
        <a:ext cx="511337" cy="317488"/>
      </dsp:txXfrm>
    </dsp:sp>
    <dsp:sp modelId="{B1AEAF6C-B8B1-1748-805C-DEA9F80466AD}">
      <dsp:nvSpPr>
        <dsp:cNvPr id="0" name=""/>
        <dsp:cNvSpPr/>
      </dsp:nvSpPr>
      <dsp:spPr>
        <a:xfrm>
          <a:off x="7677724" y="2372443"/>
          <a:ext cx="887653" cy="33724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D855B1-F204-3449-A0AB-C83C199BFD6B}">
      <dsp:nvSpPr>
        <dsp:cNvPr id="0" name=""/>
        <dsp:cNvSpPr/>
      </dsp:nvSpPr>
      <dsp:spPr>
        <a:xfrm>
          <a:off x="7736734" y="2428503"/>
          <a:ext cx="887653" cy="33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EXECUTION &amp; MONITORING</a:t>
          </a:r>
        </a:p>
      </dsp:txBody>
      <dsp:txXfrm>
        <a:off x="7746612" y="2438381"/>
        <a:ext cx="867897" cy="317488"/>
      </dsp:txXfrm>
    </dsp:sp>
    <dsp:sp modelId="{D69C27FE-178C-0B44-8F16-561617AC1399}">
      <dsp:nvSpPr>
        <dsp:cNvPr id="0" name=""/>
        <dsp:cNvSpPr/>
      </dsp:nvSpPr>
      <dsp:spPr>
        <a:xfrm>
          <a:off x="5142560" y="2864147"/>
          <a:ext cx="531093" cy="337244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68DAD2-E310-8F43-A407-6333AC65E4ED}">
      <dsp:nvSpPr>
        <dsp:cNvPr id="0" name=""/>
        <dsp:cNvSpPr/>
      </dsp:nvSpPr>
      <dsp:spPr>
        <a:xfrm>
          <a:off x="5201571" y="2920206"/>
          <a:ext cx="531093" cy="33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Design</a:t>
          </a:r>
        </a:p>
      </dsp:txBody>
      <dsp:txXfrm>
        <a:off x="5211449" y="2930084"/>
        <a:ext cx="511337" cy="317488"/>
      </dsp:txXfrm>
    </dsp:sp>
    <dsp:sp modelId="{27CAD266-EAE3-2A42-904D-42C85764CE0C}">
      <dsp:nvSpPr>
        <dsp:cNvPr id="0" name=""/>
        <dsp:cNvSpPr/>
      </dsp:nvSpPr>
      <dsp:spPr>
        <a:xfrm>
          <a:off x="4582911" y="3355850"/>
          <a:ext cx="655459" cy="485176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FFB191-7A5B-F648-9ADA-E2E297B6B27E}">
      <dsp:nvSpPr>
        <dsp:cNvPr id="0" name=""/>
        <dsp:cNvSpPr/>
      </dsp:nvSpPr>
      <dsp:spPr>
        <a:xfrm>
          <a:off x="4641921" y="3411910"/>
          <a:ext cx="655459" cy="48517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/>
            <a:t>System Architecture</a:t>
          </a:r>
          <a:endParaRPr lang="en-GB" sz="1200" kern="1200" dirty="0"/>
        </a:p>
      </dsp:txBody>
      <dsp:txXfrm>
        <a:off x="4656131" y="3426120"/>
        <a:ext cx="627039" cy="456756"/>
      </dsp:txXfrm>
    </dsp:sp>
    <dsp:sp modelId="{B98F8870-53AF-2E47-8DC4-D3880E39DAC2}">
      <dsp:nvSpPr>
        <dsp:cNvPr id="0" name=""/>
        <dsp:cNvSpPr/>
      </dsp:nvSpPr>
      <dsp:spPr>
        <a:xfrm>
          <a:off x="4237091" y="3995486"/>
          <a:ext cx="606715" cy="1423011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00CFF6-A683-1446-81BA-585206CB3A42}">
      <dsp:nvSpPr>
        <dsp:cNvPr id="0" name=""/>
        <dsp:cNvSpPr/>
      </dsp:nvSpPr>
      <dsp:spPr>
        <a:xfrm>
          <a:off x="4296102" y="4051546"/>
          <a:ext cx="606715" cy="142301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/>
            <a:t>Design Database Schema (MongoDB)</a:t>
          </a:r>
          <a:endParaRPr lang="en-GB" sz="1200" kern="1200" dirty="0"/>
        </a:p>
      </dsp:txBody>
      <dsp:txXfrm>
        <a:off x="4313872" y="4069316"/>
        <a:ext cx="571175" cy="1387471"/>
      </dsp:txXfrm>
    </dsp:sp>
    <dsp:sp modelId="{C320C1A5-5933-7346-8BDE-9AEE18EED0D5}">
      <dsp:nvSpPr>
        <dsp:cNvPr id="0" name=""/>
        <dsp:cNvSpPr/>
      </dsp:nvSpPr>
      <dsp:spPr>
        <a:xfrm>
          <a:off x="4961828" y="3995486"/>
          <a:ext cx="622361" cy="725769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869B66-BEF4-EA49-A760-429C1E32A4A8}">
      <dsp:nvSpPr>
        <dsp:cNvPr id="0" name=""/>
        <dsp:cNvSpPr/>
      </dsp:nvSpPr>
      <dsp:spPr>
        <a:xfrm>
          <a:off x="5020838" y="4051546"/>
          <a:ext cx="622361" cy="725769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/>
            <a:t>Define API Endpoints</a:t>
          </a:r>
          <a:endParaRPr lang="en-GB" sz="1200" kern="1200" dirty="0"/>
        </a:p>
      </dsp:txBody>
      <dsp:txXfrm>
        <a:off x="5039066" y="4069774"/>
        <a:ext cx="585905" cy="689313"/>
      </dsp:txXfrm>
    </dsp:sp>
    <dsp:sp modelId="{B971B8B7-8197-DF40-94B7-D04DF948C93E}">
      <dsp:nvSpPr>
        <dsp:cNvPr id="0" name=""/>
        <dsp:cNvSpPr/>
      </dsp:nvSpPr>
      <dsp:spPr>
        <a:xfrm>
          <a:off x="5702210" y="3355850"/>
          <a:ext cx="531093" cy="337244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D3616-5140-9D4A-B0A6-0608E5978375}">
      <dsp:nvSpPr>
        <dsp:cNvPr id="0" name=""/>
        <dsp:cNvSpPr/>
      </dsp:nvSpPr>
      <dsp:spPr>
        <a:xfrm>
          <a:off x="5761220" y="3411910"/>
          <a:ext cx="531093" cy="33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/>
            <a:t>UI/UX Design</a:t>
          </a:r>
          <a:endParaRPr lang="en-GB" sz="1200" kern="1200" dirty="0"/>
        </a:p>
      </dsp:txBody>
      <dsp:txXfrm>
        <a:off x="5771098" y="3421788"/>
        <a:ext cx="511337" cy="317488"/>
      </dsp:txXfrm>
    </dsp:sp>
    <dsp:sp modelId="{057678B6-340D-4BF6-821D-919B3577312B}">
      <dsp:nvSpPr>
        <dsp:cNvPr id="0" name=""/>
        <dsp:cNvSpPr/>
      </dsp:nvSpPr>
      <dsp:spPr>
        <a:xfrm>
          <a:off x="5702210" y="3847554"/>
          <a:ext cx="531093" cy="33724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33249C-C81B-41FA-9DD8-2A0DA132C00E}">
      <dsp:nvSpPr>
        <dsp:cNvPr id="0" name=""/>
        <dsp:cNvSpPr/>
      </dsp:nvSpPr>
      <dsp:spPr>
        <a:xfrm>
          <a:off x="5761220" y="3903614"/>
          <a:ext cx="531093" cy="33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0" i="0" kern="1200" dirty="0"/>
            <a:t>Create Wireframes (Figma)</a:t>
          </a:r>
          <a:endParaRPr lang="en-IN" sz="500" kern="1200" dirty="0"/>
        </a:p>
      </dsp:txBody>
      <dsp:txXfrm>
        <a:off x="5771098" y="3913492"/>
        <a:ext cx="511337" cy="317488"/>
      </dsp:txXfrm>
    </dsp:sp>
    <dsp:sp modelId="{C16A4362-9893-45E7-8F16-BC6AB0DCE51D}">
      <dsp:nvSpPr>
        <dsp:cNvPr id="0" name=""/>
        <dsp:cNvSpPr/>
      </dsp:nvSpPr>
      <dsp:spPr>
        <a:xfrm>
          <a:off x="5702210" y="4339258"/>
          <a:ext cx="531093" cy="33724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607247-EAEC-4E15-888D-B7AA57EA84DB}">
      <dsp:nvSpPr>
        <dsp:cNvPr id="0" name=""/>
        <dsp:cNvSpPr/>
      </dsp:nvSpPr>
      <dsp:spPr>
        <a:xfrm>
          <a:off x="5761220" y="4395318"/>
          <a:ext cx="531093" cy="33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0" i="0" kern="1200" dirty="0"/>
            <a:t>Design Global Theme (</a:t>
          </a:r>
          <a:r>
            <a:rPr lang="en-IN" sz="500" b="0" i="0" kern="1200" dirty="0" err="1"/>
            <a:t>Glassmorphism</a:t>
          </a:r>
          <a:r>
            <a:rPr lang="en-IN" sz="500" b="0" i="0" kern="1200" dirty="0"/>
            <a:t>)</a:t>
          </a:r>
          <a:endParaRPr lang="en-IN" sz="500" kern="1200" dirty="0"/>
        </a:p>
      </dsp:txBody>
      <dsp:txXfrm>
        <a:off x="5771098" y="4405196"/>
        <a:ext cx="511337" cy="317488"/>
      </dsp:txXfrm>
    </dsp:sp>
    <dsp:sp modelId="{6D5BA4A2-8D20-0449-9E98-F0EF444A63FB}">
      <dsp:nvSpPr>
        <dsp:cNvPr id="0" name=""/>
        <dsp:cNvSpPr/>
      </dsp:nvSpPr>
      <dsp:spPr>
        <a:xfrm>
          <a:off x="8055472" y="2864147"/>
          <a:ext cx="531093" cy="337244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AACFE0-43C6-F245-ADA4-A9A35786F27A}">
      <dsp:nvSpPr>
        <dsp:cNvPr id="0" name=""/>
        <dsp:cNvSpPr/>
      </dsp:nvSpPr>
      <dsp:spPr>
        <a:xfrm>
          <a:off x="8114482" y="2920206"/>
          <a:ext cx="531093" cy="33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Develop</a:t>
          </a:r>
        </a:p>
      </dsp:txBody>
      <dsp:txXfrm>
        <a:off x="8124360" y="2930084"/>
        <a:ext cx="511337" cy="317488"/>
      </dsp:txXfrm>
    </dsp:sp>
    <dsp:sp modelId="{F7A0C49C-47A1-134D-818D-55E7FE493CB6}">
      <dsp:nvSpPr>
        <dsp:cNvPr id="0" name=""/>
        <dsp:cNvSpPr/>
      </dsp:nvSpPr>
      <dsp:spPr>
        <a:xfrm>
          <a:off x="8055472" y="3355850"/>
          <a:ext cx="531093" cy="337244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EB28E-EED4-3D42-B6E7-4F1F94EEB9B5}">
      <dsp:nvSpPr>
        <dsp:cNvPr id="0" name=""/>
        <dsp:cNvSpPr/>
      </dsp:nvSpPr>
      <dsp:spPr>
        <a:xfrm>
          <a:off x="8114482" y="3411910"/>
          <a:ext cx="531093" cy="33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Code</a:t>
          </a:r>
        </a:p>
      </dsp:txBody>
      <dsp:txXfrm>
        <a:off x="8124360" y="3421788"/>
        <a:ext cx="511337" cy="317488"/>
      </dsp:txXfrm>
    </dsp:sp>
    <dsp:sp modelId="{2CCD2003-1084-6E45-A16F-8DD22C2F3363}">
      <dsp:nvSpPr>
        <dsp:cNvPr id="0" name=""/>
        <dsp:cNvSpPr/>
      </dsp:nvSpPr>
      <dsp:spPr>
        <a:xfrm>
          <a:off x="6351324" y="3847554"/>
          <a:ext cx="693820" cy="587890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70B9CA-F9A5-4E43-AED1-DF454225F6BE}">
      <dsp:nvSpPr>
        <dsp:cNvPr id="0" name=""/>
        <dsp:cNvSpPr/>
      </dsp:nvSpPr>
      <dsp:spPr>
        <a:xfrm>
          <a:off x="6410334" y="3903614"/>
          <a:ext cx="693820" cy="5878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/>
            <a:t>Authentication Module</a:t>
          </a:r>
          <a:endParaRPr lang="en-GB" sz="1200" kern="1200" dirty="0"/>
        </a:p>
      </dsp:txBody>
      <dsp:txXfrm>
        <a:off x="6427553" y="3920833"/>
        <a:ext cx="659382" cy="553452"/>
      </dsp:txXfrm>
    </dsp:sp>
    <dsp:sp modelId="{79156C9E-B7D6-044E-BDFF-0A9B633EEE56}">
      <dsp:nvSpPr>
        <dsp:cNvPr id="0" name=""/>
        <dsp:cNvSpPr/>
      </dsp:nvSpPr>
      <dsp:spPr>
        <a:xfrm>
          <a:off x="7163165" y="3847554"/>
          <a:ext cx="531093" cy="1025134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5B7E3-EFC1-2649-A353-6DA6C57BE7F2}">
      <dsp:nvSpPr>
        <dsp:cNvPr id="0" name=""/>
        <dsp:cNvSpPr/>
      </dsp:nvSpPr>
      <dsp:spPr>
        <a:xfrm>
          <a:off x="7222175" y="3903614"/>
          <a:ext cx="531093" cy="10251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/>
            <a:t>User Profile Module</a:t>
          </a:r>
          <a:endParaRPr lang="en-GB" sz="1200" kern="1200" dirty="0"/>
        </a:p>
      </dsp:txBody>
      <dsp:txXfrm>
        <a:off x="7237730" y="3919169"/>
        <a:ext cx="499983" cy="994024"/>
      </dsp:txXfrm>
    </dsp:sp>
    <dsp:sp modelId="{C19139E1-A0BD-5B49-997C-3539729C0F4B}">
      <dsp:nvSpPr>
        <dsp:cNvPr id="0" name=""/>
        <dsp:cNvSpPr/>
      </dsp:nvSpPr>
      <dsp:spPr>
        <a:xfrm>
          <a:off x="7812278" y="3847554"/>
          <a:ext cx="531093" cy="815028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2F6A7-B8DB-EA4F-8B79-DB7C685DAB41}">
      <dsp:nvSpPr>
        <dsp:cNvPr id="0" name=""/>
        <dsp:cNvSpPr/>
      </dsp:nvSpPr>
      <dsp:spPr>
        <a:xfrm>
          <a:off x="7871289" y="3903614"/>
          <a:ext cx="531093" cy="8150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/>
            <a:t>Professional Feed</a:t>
          </a:r>
          <a:endParaRPr lang="en-GB" sz="1200" kern="1200" dirty="0"/>
        </a:p>
      </dsp:txBody>
      <dsp:txXfrm>
        <a:off x="7886844" y="3919169"/>
        <a:ext cx="499983" cy="783918"/>
      </dsp:txXfrm>
    </dsp:sp>
    <dsp:sp modelId="{7BC15EF3-0DDB-9343-A8E7-056233817092}">
      <dsp:nvSpPr>
        <dsp:cNvPr id="0" name=""/>
        <dsp:cNvSpPr/>
      </dsp:nvSpPr>
      <dsp:spPr>
        <a:xfrm>
          <a:off x="8461392" y="3847554"/>
          <a:ext cx="531093" cy="943315"/>
        </a:xfrm>
        <a:prstGeom prst="roundRect">
          <a:avLst>
            <a:gd name="adj" fmla="val 10000"/>
          </a:avLst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794B4D-0647-C949-BFC8-EF70C9EBF151}">
      <dsp:nvSpPr>
        <dsp:cNvPr id="0" name=""/>
        <dsp:cNvSpPr/>
      </dsp:nvSpPr>
      <dsp:spPr>
        <a:xfrm>
          <a:off x="8520403" y="3903614"/>
          <a:ext cx="531093" cy="94331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b="0" i="0" kern="1200" dirty="0"/>
            <a:t>Networking Module</a:t>
          </a:r>
          <a:endParaRPr lang="en-GB" sz="1200" kern="1200" dirty="0"/>
        </a:p>
      </dsp:txBody>
      <dsp:txXfrm>
        <a:off x="8535958" y="3919169"/>
        <a:ext cx="499983" cy="912205"/>
      </dsp:txXfrm>
    </dsp:sp>
    <dsp:sp modelId="{77224110-AFFD-4E72-A7C1-4BF908A783FD}">
      <dsp:nvSpPr>
        <dsp:cNvPr id="0" name=""/>
        <dsp:cNvSpPr/>
      </dsp:nvSpPr>
      <dsp:spPr>
        <a:xfrm>
          <a:off x="9110506" y="3847554"/>
          <a:ext cx="531093" cy="33724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06E494-E5FF-43A9-BF9C-A4F64E79364C}">
      <dsp:nvSpPr>
        <dsp:cNvPr id="0" name=""/>
        <dsp:cNvSpPr/>
      </dsp:nvSpPr>
      <dsp:spPr>
        <a:xfrm>
          <a:off x="9169516" y="3903614"/>
          <a:ext cx="531093" cy="33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0" i="0" kern="1200"/>
            <a:t>Job Board Module</a:t>
          </a:r>
          <a:endParaRPr lang="en-IN" sz="500" kern="1200" dirty="0"/>
        </a:p>
      </dsp:txBody>
      <dsp:txXfrm>
        <a:off x="9179394" y="3913492"/>
        <a:ext cx="511337" cy="317488"/>
      </dsp:txXfrm>
    </dsp:sp>
    <dsp:sp modelId="{65430388-81C5-4873-A3D1-D4F3ADAEBF1E}">
      <dsp:nvSpPr>
        <dsp:cNvPr id="0" name=""/>
        <dsp:cNvSpPr/>
      </dsp:nvSpPr>
      <dsp:spPr>
        <a:xfrm>
          <a:off x="9759620" y="3847554"/>
          <a:ext cx="531093" cy="33724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B74E32-2F03-4B0D-87F5-FAD557C38A76}">
      <dsp:nvSpPr>
        <dsp:cNvPr id="0" name=""/>
        <dsp:cNvSpPr/>
      </dsp:nvSpPr>
      <dsp:spPr>
        <a:xfrm>
          <a:off x="9818630" y="3903614"/>
          <a:ext cx="531093" cy="33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050" tIns="19050" rIns="19050" bIns="1905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500" b="0" i="0" kern="1200" dirty="0"/>
            <a:t>Learning Hub</a:t>
          </a:r>
          <a:endParaRPr lang="en-IN" sz="500" kern="1200" dirty="0"/>
        </a:p>
      </dsp:txBody>
      <dsp:txXfrm>
        <a:off x="9828508" y="3913492"/>
        <a:ext cx="511337" cy="317488"/>
      </dsp:txXfrm>
    </dsp:sp>
    <dsp:sp modelId="{5F730CFB-B1DC-214D-A699-48CA2DB8DCBA}">
      <dsp:nvSpPr>
        <dsp:cNvPr id="0" name=""/>
        <dsp:cNvSpPr/>
      </dsp:nvSpPr>
      <dsp:spPr>
        <a:xfrm>
          <a:off x="10569447" y="2864147"/>
          <a:ext cx="531093" cy="337244"/>
        </a:xfrm>
        <a:prstGeom prst="roundRect">
          <a:avLst>
            <a:gd name="adj" fmla="val 10000"/>
          </a:avLst>
        </a:prstGeom>
        <a:solidFill>
          <a:schemeClr val="accent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4FCE75-65B4-4940-8049-21723A96BD6C}">
      <dsp:nvSpPr>
        <dsp:cNvPr id="0" name=""/>
        <dsp:cNvSpPr/>
      </dsp:nvSpPr>
      <dsp:spPr>
        <a:xfrm>
          <a:off x="10628458" y="2920206"/>
          <a:ext cx="531093" cy="33724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Test</a:t>
          </a:r>
        </a:p>
      </dsp:txBody>
      <dsp:txXfrm>
        <a:off x="10638336" y="2930084"/>
        <a:ext cx="511337" cy="317488"/>
      </dsp:txXfrm>
    </dsp:sp>
    <dsp:sp modelId="{2DCC3036-0B92-6C48-918D-7A4A72D3008D}">
      <dsp:nvSpPr>
        <dsp:cNvPr id="0" name=""/>
        <dsp:cNvSpPr/>
      </dsp:nvSpPr>
      <dsp:spPr>
        <a:xfrm>
          <a:off x="10349724" y="3355850"/>
          <a:ext cx="970540" cy="531635"/>
        </a:xfrm>
        <a:prstGeom prst="roundRect">
          <a:avLst>
            <a:gd name="adj" fmla="val 10000"/>
          </a:avLst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9134CF-3476-EF4E-BA54-83810A8EDF1A}">
      <dsp:nvSpPr>
        <dsp:cNvPr id="0" name=""/>
        <dsp:cNvSpPr/>
      </dsp:nvSpPr>
      <dsp:spPr>
        <a:xfrm>
          <a:off x="10408734" y="3411910"/>
          <a:ext cx="970540" cy="531635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Unit &amp; Integration Testing</a:t>
          </a:r>
        </a:p>
      </dsp:txBody>
      <dsp:txXfrm>
        <a:off x="10424305" y="3427481"/>
        <a:ext cx="939398" cy="500493"/>
      </dsp:txXfrm>
    </dsp:sp>
    <dsp:sp modelId="{C6889B4A-A1C3-AE4F-B359-EDC34D071562}">
      <dsp:nvSpPr>
        <dsp:cNvPr id="0" name=""/>
        <dsp:cNvSpPr/>
      </dsp:nvSpPr>
      <dsp:spPr>
        <a:xfrm>
          <a:off x="11432193" y="2372443"/>
          <a:ext cx="697750" cy="51177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FB9AC-490D-684C-AD05-725FCA559179}">
      <dsp:nvSpPr>
        <dsp:cNvPr id="0" name=""/>
        <dsp:cNvSpPr/>
      </dsp:nvSpPr>
      <dsp:spPr>
        <a:xfrm>
          <a:off x="11491204" y="2428503"/>
          <a:ext cx="697750" cy="51177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1" kern="1200" dirty="0"/>
            <a:t>CLOSURE</a:t>
          </a:r>
        </a:p>
      </dsp:txBody>
      <dsp:txXfrm>
        <a:off x="11506193" y="2443492"/>
        <a:ext cx="667772" cy="481796"/>
      </dsp:txXfrm>
    </dsp:sp>
    <dsp:sp modelId="{1A666A08-3657-A346-BA52-88A9FB0BBAAD}">
      <dsp:nvSpPr>
        <dsp:cNvPr id="0" name=""/>
        <dsp:cNvSpPr/>
      </dsp:nvSpPr>
      <dsp:spPr>
        <a:xfrm>
          <a:off x="11438285" y="3038677"/>
          <a:ext cx="685566" cy="158849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67A29C-175F-3046-887F-2D268E592584}">
      <dsp:nvSpPr>
        <dsp:cNvPr id="0" name=""/>
        <dsp:cNvSpPr/>
      </dsp:nvSpPr>
      <dsp:spPr>
        <a:xfrm>
          <a:off x="11497295" y="3094737"/>
          <a:ext cx="685566" cy="158849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Lessons Learnt, Project Report, Final Presentation</a:t>
          </a:r>
        </a:p>
      </dsp:txBody>
      <dsp:txXfrm>
        <a:off x="11517375" y="3114817"/>
        <a:ext cx="645406" cy="15483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2F572-DC84-D943-8D79-DDD001406156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A5EECB-32AF-CD4C-AB4B-8C5D367FE5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60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auto"/>
            <a:endParaRPr lang="en-IN" i="1" dirty="0">
              <a:solidFill>
                <a:srgbClr val="2A2B2C"/>
              </a:solidFill>
              <a:latin typeface="inheri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A5EECB-32AF-CD4C-AB4B-8C5D367FE5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205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5C9FF-4168-1246-80BF-10D035F8C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C30AEC-44AD-9243-9E51-FCA37A9A52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0246B-4777-4D48-AFF5-7A5699D8C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0DFA99-90BC-4040-8364-F3973BB23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6FEA9-4D15-4342-AC39-380F44609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44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4F39A-61C8-FE44-A366-51B0B40F9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69AB6-5920-4C42-9AFA-692F4C710A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46767-C61C-8549-937B-9A6435785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16AF7-246F-EE4E-8FD9-CB4C90E1A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04B9-2B32-F44C-88C2-850FFC83A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738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CA4E6-B8CF-584E-8BC0-C01633124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79091-5BBC-504F-A5EB-0934C1A8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17CE35-1BFB-E848-87FB-B55856A39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C800F-BA19-1C44-8F55-33FE09F01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5632F2-917C-5F4B-B25C-9A5EC00F7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46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C42CD-CF19-6944-9BF8-0FE76061C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EE1DB-BDBE-924A-AD6B-08C4054B69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6D868A-2447-C744-8C53-0CE7E4F73D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F1B3FC-C2A5-EE45-AFDE-7A5FBB3D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3AFDB-697A-124A-A044-240B8D1E7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2A48A-9B53-D54A-BEAD-2E351FF04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773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76E7-8487-DF4F-BFF4-3A2B717EC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336F6B-092C-9043-BDD7-18E0CCCE9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82D72-CCFC-504E-A535-F2C7DD069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B0A2F1-A47C-D44B-B946-B66EA80A59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8409BE-38A7-9147-BB62-8A147AE06A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4F18BD-3200-104E-8848-A14BE8052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C8824D-5841-D64D-80D6-310742FB4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A2389C-12FE-724A-9CE3-F48F01FEC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57C5B-B072-2046-BB7F-537C83F85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9330D7-6E09-5B48-AE29-D0E98DFB1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9B71-4BB9-B044-BA63-D7C9C501C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A10533-44AD-0640-98E6-123670AA4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78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A200DF-DB9F-FB4B-861A-718F45BA4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D47806-B481-D747-AE40-E554CE733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7E09BD-6D18-1445-A8FB-C6F37FD76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5893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FB94-E771-2C4D-84D2-8D7C57DFB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1FD36-7C50-6442-9F66-BE4C4EF290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5B70F1-E778-3A4E-B3C5-56388C6B4C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579A8D-F8EF-7C42-8BBF-D5E627AFB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9A96E-B3E3-4C40-9D22-B695D8238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8C3C7-90F9-C145-BA31-A25EB1C1F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80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61DA0-7944-F240-B644-551636AED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B237D5-BE26-4C4F-B281-896E65CE53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E987B4-3489-FF4E-9436-33B75F511F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9A2975-17CD-0141-B7AF-AE634D3C5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E0967A-15BD-484F-8033-B69DF5017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82534B-0823-FD43-A1C5-E38C1E2B7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25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CC0E1-2228-C04A-9DD6-18B4AB702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F18B8A-6417-E34B-A743-6723896823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54DF2-6453-3340-8C53-6ADF0F46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5BD58-45F7-3140-BF04-5FBEF4654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644363-29B4-C347-8977-C51EEDBD2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77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7B6511-746C-2442-AF67-5C75488AB7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589A7D-214C-6A48-AF40-66635091FC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597A6-380C-8C4D-A250-9C379FB23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1726A-9155-3645-B807-94F9CD48D91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C0C3A-9191-2D45-B4DF-AA01AE303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4868C8-ACC7-CB4B-A397-49892109A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850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5B26B2-3AEF-E446-86E2-078E979AA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748AF2-2198-0B45-B296-AA5877692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2839E-A69C-B64E-BF91-5C74D5C56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61726A-9155-3645-B807-94F9CD48D91A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F50F-5611-9A41-AE5A-9D810BCB35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6A1A5-815B-E441-BD92-BBF3CE2A66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EADC87-F6CF-F142-B873-73A4ADC19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36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20000"/>
            <a:lum/>
          </a:blip>
          <a:srcRect/>
          <a:stretch>
            <a:fillRect l="22000" t="15000" r="20000" b="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34765-BFFC-BA46-84DD-87068CEE45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213" y="328924"/>
            <a:ext cx="11937787" cy="1325563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WORK BREAKDOWN STRUCTURE 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IP23 Live Project Deliverables– </a:t>
            </a:r>
            <a:b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b="1" dirty="0">
                <a:latin typeface="Calibri" panose="020F0502020204030204" pitchFamily="34" charset="0"/>
                <a:cs typeface="Calibri" panose="020F0502020204030204" pitchFamily="34" charset="0"/>
              </a:rPr>
              <a:t>‘Software Development’</a:t>
            </a: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3640F199-031D-8248-8201-2BDB81372D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0977693"/>
              </p:ext>
            </p:extLst>
          </p:nvPr>
        </p:nvGraphicFramePr>
        <p:xfrm>
          <a:off x="0" y="783771"/>
          <a:ext cx="12192000" cy="59511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5" name="Picture 4" descr="Chart, pie chart&#10;&#10;Description automatically generated">
            <a:extLst>
              <a:ext uri="{FF2B5EF4-FFF2-40B4-BE49-F238E27FC236}">
                <a16:creationId xmlns:a16="http://schemas.microsoft.com/office/drawing/2014/main" id="{8763FDF8-2B62-0344-BEB7-279B8DD354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73425" y="204940"/>
            <a:ext cx="1218279" cy="932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95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PL2022">
      <a:dk1>
        <a:srgbClr val="000000"/>
      </a:dk1>
      <a:lt1>
        <a:srgbClr val="FFFFFF"/>
      </a:lt1>
      <a:dk2>
        <a:srgbClr val="596171"/>
      </a:dk2>
      <a:lt2>
        <a:srgbClr val="E7E6E6"/>
      </a:lt2>
      <a:accent1>
        <a:srgbClr val="3CA5D9"/>
      </a:accent1>
      <a:accent2>
        <a:srgbClr val="273755"/>
      </a:accent2>
      <a:accent3>
        <a:srgbClr val="FFC601"/>
      </a:accent3>
      <a:accent4>
        <a:srgbClr val="FFB923"/>
      </a:accent4>
      <a:accent5>
        <a:srgbClr val="EA7317"/>
      </a:accent5>
      <a:accent6>
        <a:srgbClr val="666666"/>
      </a:accent6>
      <a:hlink>
        <a:srgbClr val="3CA5D9"/>
      </a:hlink>
      <a:folHlink>
        <a:srgbClr val="27375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12AF445DB6E74EB51FE2F8964C2B9F" ma:contentTypeVersion="15" ma:contentTypeDescription="Create a new document." ma:contentTypeScope="" ma:versionID="2dff7eaf2f87d3d2d10304916b274635">
  <xsd:schema xmlns:xsd="http://www.w3.org/2001/XMLSchema" xmlns:xs="http://www.w3.org/2001/XMLSchema" xmlns:p="http://schemas.microsoft.com/office/2006/metadata/properties" xmlns:ns2="3e1c734f-cd3c-409a-b830-21836909dd77" xmlns:ns3="f800943e-7719-4474-9402-4616db300049" targetNamespace="http://schemas.microsoft.com/office/2006/metadata/properties" ma:root="true" ma:fieldsID="7f9fa1f725f175c4207dbd44f4121a57" ns2:_="" ns3:_="">
    <xsd:import namespace="3e1c734f-cd3c-409a-b830-21836909dd77"/>
    <xsd:import namespace="f800943e-7719-4474-9402-4616db30004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1c734f-cd3c-409a-b830-21836909dd7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5353adee-5e9f-4b50-890c-aef0d51a54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800943e-7719-4474-9402-4616db300049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e1c734f-cd3c-409a-b830-21836909dd7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4AE5B7B1-FE9C-49DF-B801-6A82566BEA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27BDB60-D459-4A4B-A39C-84556B087B2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1c734f-cd3c-409a-b830-21836909dd77"/>
    <ds:schemaRef ds:uri="f800943e-7719-4474-9402-4616db3000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C79FB2-7116-489A-B269-C878F00B5983}">
  <ds:schemaRefs>
    <ds:schemaRef ds:uri="http://schemas.microsoft.com/office/2006/metadata/properties"/>
    <ds:schemaRef ds:uri="http://schemas.microsoft.com/office/infopath/2007/PartnerControls"/>
    <ds:schemaRef ds:uri="3e1c734f-cd3c-409a-b830-21836909dd7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6800</TotalTime>
  <Words>116</Words>
  <Application>Microsoft Office PowerPoint</Application>
  <PresentationFormat>Widescreen</PresentationFormat>
  <Paragraphs>37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inherit</vt:lpstr>
      <vt:lpstr>Office Theme</vt:lpstr>
      <vt:lpstr>WORK BREAKDOWN STRUCTURE –  IP23 Live Project Deliverables–  ‘Software Development’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WorkShop</dc:title>
  <dc:creator>Welcome CC</dc:creator>
  <cp:lastModifiedBy>Ojas Patil</cp:lastModifiedBy>
  <cp:revision>242</cp:revision>
  <dcterms:created xsi:type="dcterms:W3CDTF">2023-07-15T03:43:48Z</dcterms:created>
  <dcterms:modified xsi:type="dcterms:W3CDTF">2026-02-19T07:27:06Z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0x0101005412AF445DB6E74EB51FE2F8964C2B9F</vt:lpwstr>
  </property>
  <property fmtid="{D5CDD505-2E9C-101B-9397-08002B2CF9AE}" pid="3" name="MediaServiceImageTags">
    <vt:lpwstr/>
  </property>
</Properties>
</file>